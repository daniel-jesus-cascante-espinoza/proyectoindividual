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  <p:sldId id="263" r:id="rId9"/>
    <p:sldId id="264" r:id="rId10"/>
    <p:sldId id="265" r:id="rId11"/>
    <p:sldId id="266" r:id="rId12"/>
    <p:sldId id="278" r:id="rId13"/>
    <p:sldId id="273" r:id="rId14"/>
    <p:sldId id="267" r:id="rId15"/>
    <p:sldId id="275" r:id="rId16"/>
    <p:sldId id="268" r:id="rId17"/>
    <p:sldId id="276" r:id="rId18"/>
    <p:sldId id="269" r:id="rId19"/>
    <p:sldId id="274" r:id="rId20"/>
    <p:sldId id="277" r:id="rId21"/>
    <p:sldId id="270" r:id="rId22"/>
    <p:sldId id="271" r:id="rId23"/>
    <p:sldId id="27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F5EFB4-B1BA-4F86-A38E-CA6E160360D5}" v="260" dt="2025-11-14T23:34:44.0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Cascante Espinoza" userId="6a9774af1d4df581" providerId="LiveId" clId="{9E5ECC90-2B3E-474C-9174-B907BE02AEBB}"/>
    <pc:docChg chg="undo custSel addSld delSld modSld sldOrd">
      <pc:chgData name="Daniel Cascante Espinoza" userId="6a9774af1d4df581" providerId="LiveId" clId="{9E5ECC90-2B3E-474C-9174-B907BE02AEBB}" dt="2025-11-14T23:34:57.444" v="2406" actId="1076"/>
      <pc:docMkLst>
        <pc:docMk/>
      </pc:docMkLst>
      <pc:sldChg chg="addSp delSp modSp new mod modTransition setBg">
        <pc:chgData name="Daniel Cascante Espinoza" userId="6a9774af1d4df581" providerId="LiveId" clId="{9E5ECC90-2B3E-474C-9174-B907BE02AEBB}" dt="2025-11-10T05:06:23.102" v="440" actId="1076"/>
        <pc:sldMkLst>
          <pc:docMk/>
          <pc:sldMk cId="3410218359" sldId="257"/>
        </pc:sldMkLst>
        <pc:spChg chg="mod">
          <ac:chgData name="Daniel Cascante Espinoza" userId="6a9774af1d4df581" providerId="LiveId" clId="{9E5ECC90-2B3E-474C-9174-B907BE02AEBB}" dt="2025-11-10T04:48:50.350" v="292" actId="26606"/>
          <ac:spMkLst>
            <pc:docMk/>
            <pc:sldMk cId="3410218359" sldId="257"/>
            <ac:spMk id="2" creationId="{4780BFEA-B92A-F0B4-47BD-C04E40EAB579}"/>
          </ac:spMkLst>
        </pc:spChg>
        <pc:spChg chg="add mod">
          <ac:chgData name="Daniel Cascante Espinoza" userId="6a9774af1d4df581" providerId="LiveId" clId="{9E5ECC90-2B3E-474C-9174-B907BE02AEBB}" dt="2025-11-10T05:06:23.102" v="440" actId="1076"/>
          <ac:spMkLst>
            <pc:docMk/>
            <pc:sldMk cId="3410218359" sldId="257"/>
            <ac:spMk id="3" creationId="{491374DA-D92D-ADE7-248E-C398516A8E3F}"/>
          </ac:spMkLst>
        </pc:spChg>
        <pc:spChg chg="add mod">
          <ac:chgData name="Daniel Cascante Espinoza" userId="6a9774af1d4df581" providerId="LiveId" clId="{9E5ECC90-2B3E-474C-9174-B907BE02AEBB}" dt="2025-11-10T05:00:07.238" v="352" actId="5793"/>
          <ac:spMkLst>
            <pc:docMk/>
            <pc:sldMk cId="3410218359" sldId="257"/>
            <ac:spMk id="6" creationId="{C114B4D0-E4A7-0D4E-CC55-20C04445A8F6}"/>
          </ac:spMkLst>
        </pc:spChg>
        <pc:spChg chg="add">
          <ac:chgData name="Daniel Cascante Espinoza" userId="6a9774af1d4df581" providerId="LiveId" clId="{9E5ECC90-2B3E-474C-9174-B907BE02AEBB}" dt="2025-11-10T04:48:50.384" v="293" actId="26606"/>
          <ac:spMkLst>
            <pc:docMk/>
            <pc:sldMk cId="3410218359" sldId="257"/>
            <ac:spMk id="26" creationId="{32AEEBC8-9D30-42EF-95F2-386C2653FBF0}"/>
          </ac:spMkLst>
        </pc:spChg>
        <pc:spChg chg="add">
          <ac:chgData name="Daniel Cascante Espinoza" userId="6a9774af1d4df581" providerId="LiveId" clId="{9E5ECC90-2B3E-474C-9174-B907BE02AEBB}" dt="2025-11-10T04:48:50.384" v="293" actId="26606"/>
          <ac:spMkLst>
            <pc:docMk/>
            <pc:sldMk cId="3410218359" sldId="257"/>
            <ac:spMk id="27" creationId="{2E92FA66-67D7-4CB4-94D3-E643A9AD4757}"/>
          </ac:spMkLst>
        </pc:spChg>
        <pc:picChg chg="add mod ord">
          <ac:chgData name="Daniel Cascante Espinoza" userId="6a9774af1d4df581" providerId="LiveId" clId="{9E5ECC90-2B3E-474C-9174-B907BE02AEBB}" dt="2025-11-10T04:57:01.537" v="312" actId="14100"/>
          <ac:picMkLst>
            <pc:docMk/>
            <pc:sldMk cId="3410218359" sldId="257"/>
            <ac:picMk id="5" creationId="{5B09B4F4-4713-4EE3-AC74-B61670AE5859}"/>
          </ac:picMkLst>
        </pc:picChg>
        <pc:inkChg chg="add">
          <ac:chgData name="Daniel Cascante Espinoza" userId="6a9774af1d4df581" providerId="LiveId" clId="{9E5ECC90-2B3E-474C-9174-B907BE02AEBB}" dt="2025-11-10T04:57:27.778" v="314" actId="9405"/>
          <ac:inkMkLst>
            <pc:docMk/>
            <pc:sldMk cId="3410218359" sldId="257"/>
            <ac:inkMk id="8" creationId="{58FB58FC-CBB9-EEB7-F30F-C6F3F6742F2E}"/>
          </ac:inkMkLst>
        </pc:inkChg>
        <pc:inkChg chg="add">
          <ac:chgData name="Daniel Cascante Espinoza" userId="6a9774af1d4df581" providerId="LiveId" clId="{9E5ECC90-2B3E-474C-9174-B907BE02AEBB}" dt="2025-11-10T04:57:35.880" v="315" actId="9405"/>
          <ac:inkMkLst>
            <pc:docMk/>
            <pc:sldMk cId="3410218359" sldId="257"/>
            <ac:inkMk id="9" creationId="{B690E14E-8DA3-33CF-5388-C45FF448D701}"/>
          </ac:inkMkLst>
        </pc:inkChg>
        <pc:inkChg chg="add">
          <ac:chgData name="Daniel Cascante Espinoza" userId="6a9774af1d4df581" providerId="LiveId" clId="{9E5ECC90-2B3E-474C-9174-B907BE02AEBB}" dt="2025-11-10T04:57:40.077" v="316" actId="9405"/>
          <ac:inkMkLst>
            <pc:docMk/>
            <pc:sldMk cId="3410218359" sldId="257"/>
            <ac:inkMk id="10" creationId="{A15EC3A0-9E30-1052-919D-CB989C36030F}"/>
          </ac:inkMkLst>
        </pc:inkChg>
      </pc:sldChg>
      <pc:sldChg chg="addSp delSp modSp new mod modTransition setBg modAnim">
        <pc:chgData name="Daniel Cascante Espinoza" userId="6a9774af1d4df581" providerId="LiveId" clId="{9E5ECC90-2B3E-474C-9174-B907BE02AEBB}" dt="2025-11-10T05:28:56.937" v="629"/>
        <pc:sldMkLst>
          <pc:docMk/>
          <pc:sldMk cId="2404625768" sldId="258"/>
        </pc:sldMkLst>
        <pc:spChg chg="mod">
          <ac:chgData name="Daniel Cascante Espinoza" userId="6a9774af1d4df581" providerId="LiveId" clId="{9E5ECC90-2B3E-474C-9174-B907BE02AEBB}" dt="2025-11-10T05:19:59.214" v="563" actId="26606"/>
          <ac:spMkLst>
            <pc:docMk/>
            <pc:sldMk cId="2404625768" sldId="258"/>
            <ac:spMk id="2" creationId="{13289CA6-94FF-CF76-7D45-C561C77BE208}"/>
          </ac:spMkLst>
        </pc:spChg>
        <pc:spChg chg="add">
          <ac:chgData name="Daniel Cascante Espinoza" userId="6a9774af1d4df581" providerId="LiveId" clId="{9E5ECC90-2B3E-474C-9174-B907BE02AEBB}" dt="2025-11-10T05:19:59.214" v="563" actId="26606"/>
          <ac:spMkLst>
            <pc:docMk/>
            <pc:sldMk cId="2404625768" sldId="258"/>
            <ac:spMk id="20" creationId="{35DB3719-6FDC-4E5D-891D-FF40B7300F64}"/>
          </ac:spMkLst>
        </pc:spChg>
        <pc:spChg chg="add">
          <ac:chgData name="Daniel Cascante Espinoza" userId="6a9774af1d4df581" providerId="LiveId" clId="{9E5ECC90-2B3E-474C-9174-B907BE02AEBB}" dt="2025-11-10T05:19:59.214" v="563" actId="26606"/>
          <ac:spMkLst>
            <pc:docMk/>
            <pc:sldMk cId="2404625768" sldId="258"/>
            <ac:spMk id="22" creationId="{E0CBAC23-2E3F-4A90-BA59-F8299F6A5439}"/>
          </ac:spMkLst>
        </pc:spChg>
        <pc:graphicFrameChg chg="add">
          <ac:chgData name="Daniel Cascante Espinoza" userId="6a9774af1d4df581" providerId="LiveId" clId="{9E5ECC90-2B3E-474C-9174-B907BE02AEBB}" dt="2025-11-10T05:19:59.214" v="563" actId="26606"/>
          <ac:graphicFrameMkLst>
            <pc:docMk/>
            <pc:sldMk cId="2404625768" sldId="258"/>
            <ac:graphicFrameMk id="16" creationId="{A37D1893-1D7C-4D69-54A2-D0ED2AA447D2}"/>
          </ac:graphicFrameMkLst>
        </pc:graphicFrameChg>
      </pc:sldChg>
      <pc:sldChg chg="addSp delSp modSp add mod ord modTransition setBg modAnim delDesignElem">
        <pc:chgData name="Daniel Cascante Espinoza" userId="6a9774af1d4df581" providerId="LiveId" clId="{9E5ECC90-2B3E-474C-9174-B907BE02AEBB}" dt="2025-11-10T05:05:40.767" v="426"/>
        <pc:sldMkLst>
          <pc:docMk/>
          <pc:sldMk cId="70441213" sldId="259"/>
        </pc:sldMkLst>
        <pc:spChg chg="mod">
          <ac:chgData name="Daniel Cascante Espinoza" userId="6a9774af1d4df581" providerId="LiveId" clId="{9E5ECC90-2B3E-474C-9174-B907BE02AEBB}" dt="2025-11-10T05:01:43.540" v="394" actId="26606"/>
          <ac:spMkLst>
            <pc:docMk/>
            <pc:sldMk cId="70441213" sldId="259"/>
            <ac:spMk id="2" creationId="{C6B1A4CB-39FC-CFD0-82CE-19876EE58A06}"/>
          </ac:spMkLst>
        </pc:spChg>
        <pc:spChg chg="mod ord">
          <ac:chgData name="Daniel Cascante Espinoza" userId="6a9774af1d4df581" providerId="LiveId" clId="{9E5ECC90-2B3E-474C-9174-B907BE02AEBB}" dt="2025-11-10T05:01:32.434" v="393" actId="26606"/>
          <ac:spMkLst>
            <pc:docMk/>
            <pc:sldMk cId="70441213" sldId="259"/>
            <ac:spMk id="6" creationId="{EA642C57-9CB5-4ACF-66B0-BCB1DB1359EE}"/>
          </ac:spMkLst>
        </pc:spChg>
        <pc:spChg chg="add">
          <ac:chgData name="Daniel Cascante Espinoza" userId="6a9774af1d4df581" providerId="LiveId" clId="{9E5ECC90-2B3E-474C-9174-B907BE02AEBB}" dt="2025-11-10T05:04:01.065" v="414" actId="34122"/>
          <ac:spMkLst>
            <pc:docMk/>
            <pc:sldMk cId="70441213" sldId="259"/>
            <ac:spMk id="10" creationId="{E2EEDF33-36BD-464C-8F23-DFFE67557A15}"/>
          </ac:spMkLst>
        </pc:spChg>
        <pc:spChg chg="add mod">
          <ac:chgData name="Daniel Cascante Espinoza" userId="6a9774af1d4df581" providerId="LiveId" clId="{9E5ECC90-2B3E-474C-9174-B907BE02AEBB}" dt="2025-11-10T05:01:43.540" v="394" actId="26606"/>
          <ac:spMkLst>
            <pc:docMk/>
            <pc:sldMk cId="70441213" sldId="259"/>
            <ac:spMk id="11" creationId="{0FEE0C10-8E12-ED8E-C406-70B6669AA17B}"/>
          </ac:spMkLst>
        </pc:spChg>
        <pc:spChg chg="add">
          <ac:chgData name="Daniel Cascante Espinoza" userId="6a9774af1d4df581" providerId="LiveId" clId="{9E5ECC90-2B3E-474C-9174-B907BE02AEBB}" dt="2025-11-10T05:01:43.540" v="394" actId="26606"/>
          <ac:spMkLst>
            <pc:docMk/>
            <pc:sldMk cId="70441213" sldId="259"/>
            <ac:spMk id="22" creationId="{9A1F4656-FFDA-4BA3-8516-90E58C01A500}"/>
          </ac:spMkLst>
        </pc:spChg>
        <pc:grpChg chg="add">
          <ac:chgData name="Daniel Cascante Espinoza" userId="6a9774af1d4df581" providerId="LiveId" clId="{9E5ECC90-2B3E-474C-9174-B907BE02AEBB}" dt="2025-11-10T05:01:43.540" v="394" actId="26606"/>
          <ac:grpSpMkLst>
            <pc:docMk/>
            <pc:sldMk cId="70441213" sldId="259"/>
            <ac:grpSpMk id="24" creationId="{CB018903-3549-4A3B-A9DF-B26757CAA9C6}"/>
          </ac:grpSpMkLst>
        </pc:grpChg>
        <pc:picChg chg="mod">
          <ac:chgData name="Daniel Cascante Espinoza" userId="6a9774af1d4df581" providerId="LiveId" clId="{9E5ECC90-2B3E-474C-9174-B907BE02AEBB}" dt="2025-11-10T05:01:54.458" v="396" actId="14100"/>
          <ac:picMkLst>
            <pc:docMk/>
            <pc:sldMk cId="70441213" sldId="259"/>
            <ac:picMk id="5" creationId="{39F9BB9D-B070-49C9-21FE-1E65F8907B30}"/>
          </ac:picMkLst>
        </pc:picChg>
        <pc:inkChg chg="add">
          <ac:chgData name="Daniel Cascante Espinoza" userId="6a9774af1d4df581" providerId="LiveId" clId="{9E5ECC90-2B3E-474C-9174-B907BE02AEBB}" dt="2025-11-10T05:04:27.558" v="417" actId="9405"/>
          <ac:inkMkLst>
            <pc:docMk/>
            <pc:sldMk cId="70441213" sldId="259"/>
            <ac:inkMk id="9" creationId="{46E6054A-D18D-D117-2FB3-BCC29D35615C}"/>
          </ac:inkMkLst>
        </pc:inkChg>
        <pc:inkChg chg="add">
          <ac:chgData name="Daniel Cascante Espinoza" userId="6a9774af1d4df581" providerId="LiveId" clId="{9E5ECC90-2B3E-474C-9174-B907BE02AEBB}" dt="2025-11-10T05:04:54.137" v="422" actId="9405"/>
          <ac:inkMkLst>
            <pc:docMk/>
            <pc:sldMk cId="70441213" sldId="259"/>
            <ac:inkMk id="18" creationId="{1BDC43E1-992C-9764-924A-D4960C3260F5}"/>
          </ac:inkMkLst>
        </pc:inkChg>
      </pc:sldChg>
      <pc:sldChg chg="addSp delSp add mod modTransition setBg delAnim delDesignElem">
        <pc:chgData name="Daniel Cascante Espinoza" userId="6a9774af1d4df581" providerId="LiveId" clId="{9E5ECC90-2B3E-474C-9174-B907BE02AEBB}" dt="2025-11-10T05:18:51.303" v="503"/>
        <pc:sldMkLst>
          <pc:docMk/>
          <pc:sldMk cId="2848596928" sldId="260"/>
        </pc:sldMkLst>
        <pc:inkChg chg="add">
          <ac:chgData name="Daniel Cascante Espinoza" userId="6a9774af1d4df581" providerId="LiveId" clId="{9E5ECC90-2B3E-474C-9174-B907BE02AEBB}" dt="2025-11-10T05:07:35.123" v="446" actId="9405"/>
          <ac:inkMkLst>
            <pc:docMk/>
            <pc:sldMk cId="2848596928" sldId="260"/>
            <ac:inkMk id="3" creationId="{08202847-58E4-FA09-2C8B-017B889E081C}"/>
          </ac:inkMkLst>
        </pc:inkChg>
        <pc:inkChg chg="add">
          <ac:chgData name="Daniel Cascante Espinoza" userId="6a9774af1d4df581" providerId="LiveId" clId="{9E5ECC90-2B3E-474C-9174-B907BE02AEBB}" dt="2025-11-10T05:07:45.806" v="447" actId="9405"/>
          <ac:inkMkLst>
            <pc:docMk/>
            <pc:sldMk cId="2848596928" sldId="260"/>
            <ac:inkMk id="4" creationId="{95D7FE89-17AD-FA20-05D0-9E7852363464}"/>
          </ac:inkMkLst>
        </pc:inkChg>
      </pc:sldChg>
      <pc:sldChg chg="addSp delSp modSp new mod ord modTransition setBg modAnim">
        <pc:chgData name="Daniel Cascante Espinoza" userId="6a9774af1d4df581" providerId="LiveId" clId="{9E5ECC90-2B3E-474C-9174-B907BE02AEBB}" dt="2025-11-10T05:30:32.256" v="664"/>
        <pc:sldMkLst>
          <pc:docMk/>
          <pc:sldMk cId="2694484493" sldId="261"/>
        </pc:sldMkLst>
        <pc:spChg chg="mod">
          <ac:chgData name="Daniel Cascante Espinoza" userId="6a9774af1d4df581" providerId="LiveId" clId="{9E5ECC90-2B3E-474C-9174-B907BE02AEBB}" dt="2025-11-10T05:25:14.654" v="608" actId="26606"/>
          <ac:spMkLst>
            <pc:docMk/>
            <pc:sldMk cId="2694484493" sldId="261"/>
            <ac:spMk id="2" creationId="{06294C02-AFB5-749C-8011-B613B4706527}"/>
          </ac:spMkLst>
        </pc:spChg>
        <pc:spChg chg="add">
          <ac:chgData name="Daniel Cascante Espinoza" userId="6a9774af1d4df581" providerId="LiveId" clId="{9E5ECC90-2B3E-474C-9174-B907BE02AEBB}" dt="2025-11-10T05:25:14.654" v="608" actId="26606"/>
          <ac:spMkLst>
            <pc:docMk/>
            <pc:sldMk cId="2694484493" sldId="261"/>
            <ac:spMk id="14" creationId="{C4879EFC-8E62-4E00-973C-C45EE9EC676D}"/>
          </ac:spMkLst>
        </pc:spChg>
        <pc:spChg chg="add">
          <ac:chgData name="Daniel Cascante Espinoza" userId="6a9774af1d4df581" providerId="LiveId" clId="{9E5ECC90-2B3E-474C-9174-B907BE02AEBB}" dt="2025-11-10T05:25:14.654" v="608" actId="26606"/>
          <ac:spMkLst>
            <pc:docMk/>
            <pc:sldMk cId="2694484493" sldId="261"/>
            <ac:spMk id="16" creationId="{D6A9C53F-5F90-40A5-8C85-5412D39C8C68}"/>
          </ac:spMkLst>
        </pc:spChg>
        <pc:picChg chg="add mod">
          <ac:chgData name="Daniel Cascante Espinoza" userId="6a9774af1d4df581" providerId="LiveId" clId="{9E5ECC90-2B3E-474C-9174-B907BE02AEBB}" dt="2025-11-10T05:25:14.654" v="608" actId="26606"/>
          <ac:picMkLst>
            <pc:docMk/>
            <pc:sldMk cId="2694484493" sldId="261"/>
            <ac:picMk id="5" creationId="{42749110-7526-E78E-C043-814A24B8AB3D}"/>
          </ac:picMkLst>
        </pc:picChg>
        <pc:picChg chg="add mod">
          <ac:chgData name="Daniel Cascante Espinoza" userId="6a9774af1d4df581" providerId="LiveId" clId="{9E5ECC90-2B3E-474C-9174-B907BE02AEBB}" dt="2025-11-10T05:25:14.654" v="608" actId="26606"/>
          <ac:picMkLst>
            <pc:docMk/>
            <pc:sldMk cId="2694484493" sldId="261"/>
            <ac:picMk id="8" creationId="{4F2A77B4-479F-A4D8-8918-A34F1CDE2565}"/>
          </ac:picMkLst>
        </pc:picChg>
        <pc:inkChg chg="add">
          <ac:chgData name="Daniel Cascante Espinoza" userId="6a9774af1d4df581" providerId="LiveId" clId="{9E5ECC90-2B3E-474C-9174-B907BE02AEBB}" dt="2025-11-10T05:25:48.577" v="617" actId="9405"/>
          <ac:inkMkLst>
            <pc:docMk/>
            <pc:sldMk cId="2694484493" sldId="261"/>
            <ac:inkMk id="13" creationId="{B9195734-6EC2-DF80-5736-695FBF89DDD5}"/>
          </ac:inkMkLst>
        </pc:inkChg>
      </pc:sldChg>
      <pc:sldChg chg="addSp delSp modSp new mod modTransition setBg modAnim">
        <pc:chgData name="Daniel Cascante Espinoza" userId="6a9774af1d4df581" providerId="LiveId" clId="{9E5ECC90-2B3E-474C-9174-B907BE02AEBB}" dt="2025-11-10T05:34:45.408" v="682"/>
        <pc:sldMkLst>
          <pc:docMk/>
          <pc:sldMk cId="3081008022" sldId="262"/>
        </pc:sldMkLst>
        <pc:spChg chg="mod">
          <ac:chgData name="Daniel Cascante Espinoza" userId="6a9774af1d4df581" providerId="LiveId" clId="{9E5ECC90-2B3E-474C-9174-B907BE02AEBB}" dt="2025-11-10T05:33:35.009" v="676" actId="26606"/>
          <ac:spMkLst>
            <pc:docMk/>
            <pc:sldMk cId="3081008022" sldId="262"/>
            <ac:spMk id="2" creationId="{EE3E3516-9CBD-31B4-B8D4-11C6992BA6BA}"/>
          </ac:spMkLst>
        </pc:spChg>
        <pc:spChg chg="add">
          <ac:chgData name="Daniel Cascante Espinoza" userId="6a9774af1d4df581" providerId="LiveId" clId="{9E5ECC90-2B3E-474C-9174-B907BE02AEBB}" dt="2025-11-10T05:33:35.009" v="676" actId="26606"/>
          <ac:spMkLst>
            <pc:docMk/>
            <pc:sldMk cId="3081008022" sldId="262"/>
            <ac:spMk id="12" creationId="{C4879EFC-8E62-4E00-973C-C45EE9EC676D}"/>
          </ac:spMkLst>
        </pc:spChg>
        <pc:spChg chg="add">
          <ac:chgData name="Daniel Cascante Espinoza" userId="6a9774af1d4df581" providerId="LiveId" clId="{9E5ECC90-2B3E-474C-9174-B907BE02AEBB}" dt="2025-11-10T05:33:35.009" v="676" actId="26606"/>
          <ac:spMkLst>
            <pc:docMk/>
            <pc:sldMk cId="3081008022" sldId="262"/>
            <ac:spMk id="14" creationId="{D6A9C53F-5F90-40A5-8C85-5412D39C8C68}"/>
          </ac:spMkLst>
        </pc:spChg>
        <pc:picChg chg="add mod">
          <ac:chgData name="Daniel Cascante Espinoza" userId="6a9774af1d4df581" providerId="LiveId" clId="{9E5ECC90-2B3E-474C-9174-B907BE02AEBB}" dt="2025-11-10T05:33:35.009" v="676" actId="26606"/>
          <ac:picMkLst>
            <pc:docMk/>
            <pc:sldMk cId="3081008022" sldId="262"/>
            <ac:picMk id="5" creationId="{076DF743-44DA-23BE-A643-8B2C307E8290}"/>
          </ac:picMkLst>
        </pc:picChg>
        <pc:picChg chg="add mod">
          <ac:chgData name="Daniel Cascante Espinoza" userId="6a9774af1d4df581" providerId="LiveId" clId="{9E5ECC90-2B3E-474C-9174-B907BE02AEBB}" dt="2025-11-10T05:33:35.009" v="676" actId="26606"/>
          <ac:picMkLst>
            <pc:docMk/>
            <pc:sldMk cId="3081008022" sldId="262"/>
            <ac:picMk id="7" creationId="{6E7218D8-3266-EE9C-18BB-0C4A84EE25EB}"/>
          </ac:picMkLst>
        </pc:picChg>
      </pc:sldChg>
      <pc:sldChg chg="addSp delSp modSp new mod modTransition setBg">
        <pc:chgData name="Daniel Cascante Espinoza" userId="6a9774af1d4df581" providerId="LiveId" clId="{9E5ECC90-2B3E-474C-9174-B907BE02AEBB}" dt="2025-11-10T05:39:47.367" v="782" actId="9405"/>
        <pc:sldMkLst>
          <pc:docMk/>
          <pc:sldMk cId="1487035860" sldId="263"/>
        </pc:sldMkLst>
        <pc:spChg chg="mod">
          <ac:chgData name="Daniel Cascante Espinoza" userId="6a9774af1d4df581" providerId="LiveId" clId="{9E5ECC90-2B3E-474C-9174-B907BE02AEBB}" dt="2025-11-10T05:38:16.431" v="760" actId="26606"/>
          <ac:spMkLst>
            <pc:docMk/>
            <pc:sldMk cId="1487035860" sldId="263"/>
            <ac:spMk id="2" creationId="{97E98BC7-856F-2AB3-60E1-F437C0237580}"/>
          </ac:spMkLst>
        </pc:spChg>
        <pc:spChg chg="add">
          <ac:chgData name="Daniel Cascante Espinoza" userId="6a9774af1d4df581" providerId="LiveId" clId="{9E5ECC90-2B3E-474C-9174-B907BE02AEBB}" dt="2025-11-10T05:38:16.431" v="760" actId="26606"/>
          <ac:spMkLst>
            <pc:docMk/>
            <pc:sldMk cId="1487035860" sldId="263"/>
            <ac:spMk id="13" creationId="{A4AC5506-6312-4701-8D3C-40187889A947}"/>
          </ac:spMkLst>
        </pc:spChg>
        <pc:grpChg chg="mod">
          <ac:chgData name="Daniel Cascante Espinoza" userId="6a9774af1d4df581" providerId="LiveId" clId="{9E5ECC90-2B3E-474C-9174-B907BE02AEBB}" dt="2025-11-10T05:39:41.775" v="778"/>
          <ac:grpSpMkLst>
            <pc:docMk/>
            <pc:sldMk cId="1487035860" sldId="263"/>
            <ac:grpSpMk id="18" creationId="{50E0F03C-C021-80FF-3A26-AB711BD00157}"/>
          </ac:grpSpMkLst>
        </pc:grpChg>
        <pc:picChg chg="add mod">
          <ac:chgData name="Daniel Cascante Espinoza" userId="6a9774af1d4df581" providerId="LiveId" clId="{9E5ECC90-2B3E-474C-9174-B907BE02AEBB}" dt="2025-11-10T05:38:16.431" v="760" actId="26606"/>
          <ac:picMkLst>
            <pc:docMk/>
            <pc:sldMk cId="1487035860" sldId="263"/>
            <ac:picMk id="4" creationId="{1540229F-B5C2-86D1-D228-953EAD7DEF07}"/>
          </ac:picMkLst>
        </pc:picChg>
        <pc:inkChg chg="add">
          <ac:chgData name="Daniel Cascante Espinoza" userId="6a9774af1d4df581" providerId="LiveId" clId="{9E5ECC90-2B3E-474C-9174-B907BE02AEBB}" dt="2025-11-10T05:39:22.981" v="768" actId="9405"/>
          <ac:inkMkLst>
            <pc:docMk/>
            <pc:sldMk cId="1487035860" sldId="263"/>
            <ac:inkMk id="5" creationId="{D7C3A80D-502F-C870-DCDA-82A7F70E844E}"/>
          </ac:inkMkLst>
        </pc:inkChg>
        <pc:inkChg chg="add mod">
          <ac:chgData name="Daniel Cascante Espinoza" userId="6a9774af1d4df581" providerId="LiveId" clId="{9E5ECC90-2B3E-474C-9174-B907BE02AEBB}" dt="2025-11-10T05:39:41.775" v="778"/>
          <ac:inkMkLst>
            <pc:docMk/>
            <pc:sldMk cId="1487035860" sldId="263"/>
            <ac:inkMk id="6" creationId="{8FAF7926-C817-4456-E492-654D18384042}"/>
          </ac:inkMkLst>
        </pc:inkChg>
        <pc:inkChg chg="add mod">
          <ac:chgData name="Daniel Cascante Espinoza" userId="6a9774af1d4df581" providerId="LiveId" clId="{9E5ECC90-2B3E-474C-9174-B907BE02AEBB}" dt="2025-11-10T05:39:41.775" v="778"/>
          <ac:inkMkLst>
            <pc:docMk/>
            <pc:sldMk cId="1487035860" sldId="263"/>
            <ac:inkMk id="7" creationId="{6390265F-35D9-DB0B-EDEE-3EF71381F6EC}"/>
          </ac:inkMkLst>
        </pc:inkChg>
        <pc:inkChg chg="add mod">
          <ac:chgData name="Daniel Cascante Espinoza" userId="6a9774af1d4df581" providerId="LiveId" clId="{9E5ECC90-2B3E-474C-9174-B907BE02AEBB}" dt="2025-11-10T05:39:41.775" v="778"/>
          <ac:inkMkLst>
            <pc:docMk/>
            <pc:sldMk cId="1487035860" sldId="263"/>
            <ac:inkMk id="8" creationId="{E5EE5AA4-F3C5-E52B-34D0-292EBF55BF5E}"/>
          </ac:inkMkLst>
        </pc:inkChg>
        <pc:inkChg chg="add mod">
          <ac:chgData name="Daniel Cascante Espinoza" userId="6a9774af1d4df581" providerId="LiveId" clId="{9E5ECC90-2B3E-474C-9174-B907BE02AEBB}" dt="2025-11-10T05:39:41.775" v="778"/>
          <ac:inkMkLst>
            <pc:docMk/>
            <pc:sldMk cId="1487035860" sldId="263"/>
            <ac:inkMk id="10" creationId="{F5EA8ACE-DA15-2FA2-588F-CA1CAB3403D4}"/>
          </ac:inkMkLst>
        </pc:inkChg>
        <pc:inkChg chg="add mod">
          <ac:chgData name="Daniel Cascante Espinoza" userId="6a9774af1d4df581" providerId="LiveId" clId="{9E5ECC90-2B3E-474C-9174-B907BE02AEBB}" dt="2025-11-10T05:39:41.775" v="778"/>
          <ac:inkMkLst>
            <pc:docMk/>
            <pc:sldMk cId="1487035860" sldId="263"/>
            <ac:inkMk id="12" creationId="{A0A76DB2-9863-90BB-0C19-A04A6D74728A}"/>
          </ac:inkMkLst>
        </pc:inkChg>
        <pc:inkChg chg="add mod">
          <ac:chgData name="Daniel Cascante Espinoza" userId="6a9774af1d4df581" providerId="LiveId" clId="{9E5ECC90-2B3E-474C-9174-B907BE02AEBB}" dt="2025-11-10T05:39:41.775" v="778"/>
          <ac:inkMkLst>
            <pc:docMk/>
            <pc:sldMk cId="1487035860" sldId="263"/>
            <ac:inkMk id="14" creationId="{EA70D437-D63A-C4DF-78F4-88F359DD924C}"/>
          </ac:inkMkLst>
        </pc:inkChg>
        <pc:inkChg chg="add mod">
          <ac:chgData name="Daniel Cascante Espinoza" userId="6a9774af1d4df581" providerId="LiveId" clId="{9E5ECC90-2B3E-474C-9174-B907BE02AEBB}" dt="2025-11-10T05:39:41.775" v="778"/>
          <ac:inkMkLst>
            <pc:docMk/>
            <pc:sldMk cId="1487035860" sldId="263"/>
            <ac:inkMk id="16" creationId="{D338917B-AD49-C34C-37C7-61A66DC708F3}"/>
          </ac:inkMkLst>
        </pc:inkChg>
        <pc:inkChg chg="add mod">
          <ac:chgData name="Daniel Cascante Espinoza" userId="6a9774af1d4df581" providerId="LiveId" clId="{9E5ECC90-2B3E-474C-9174-B907BE02AEBB}" dt="2025-11-10T05:39:41.775" v="778"/>
          <ac:inkMkLst>
            <pc:docMk/>
            <pc:sldMk cId="1487035860" sldId="263"/>
            <ac:inkMk id="17" creationId="{0072DC11-1C01-9A33-AC7D-D10E4CC115A8}"/>
          </ac:inkMkLst>
        </pc:inkChg>
      </pc:sldChg>
      <pc:sldChg chg="addSp delSp modSp new mod modTransition setBg modAnim">
        <pc:chgData name="Daniel Cascante Espinoza" userId="6a9774af1d4df581" providerId="LiveId" clId="{9E5ECC90-2B3E-474C-9174-B907BE02AEBB}" dt="2025-11-10T16:47:31.225" v="1328"/>
        <pc:sldMkLst>
          <pc:docMk/>
          <pc:sldMk cId="3331738681" sldId="264"/>
        </pc:sldMkLst>
        <pc:spChg chg="mod">
          <ac:chgData name="Daniel Cascante Espinoza" userId="6a9774af1d4df581" providerId="LiveId" clId="{9E5ECC90-2B3E-474C-9174-B907BE02AEBB}" dt="2025-11-10T05:43:28.106" v="1093" actId="26606"/>
          <ac:spMkLst>
            <pc:docMk/>
            <pc:sldMk cId="3331738681" sldId="264"/>
            <ac:spMk id="2" creationId="{4157575E-9DEF-3F10-8870-3A8615010FAD}"/>
          </ac:spMkLst>
        </pc:spChg>
        <pc:spChg chg="add mod">
          <ac:chgData name="Daniel Cascante Espinoza" userId="6a9774af1d4df581" providerId="LiveId" clId="{9E5ECC90-2B3E-474C-9174-B907BE02AEBB}" dt="2025-11-10T05:43:28.106" v="1093" actId="26606"/>
          <ac:spMkLst>
            <pc:docMk/>
            <pc:sldMk cId="3331738681" sldId="264"/>
            <ac:spMk id="8" creationId="{FBB5D19E-5115-4F98-119D-BCE8A312B76B}"/>
          </ac:spMkLst>
        </pc:spChg>
        <pc:spChg chg="add">
          <ac:chgData name="Daniel Cascante Espinoza" userId="6a9774af1d4df581" providerId="LiveId" clId="{9E5ECC90-2B3E-474C-9174-B907BE02AEBB}" dt="2025-11-10T05:43:28.106" v="1093" actId="26606"/>
          <ac:spMkLst>
            <pc:docMk/>
            <pc:sldMk cId="3331738681" sldId="264"/>
            <ac:spMk id="13" creationId="{F13C74B1-5B17-4795-BED0-7140497B445A}"/>
          </ac:spMkLst>
        </pc:spChg>
        <pc:spChg chg="add">
          <ac:chgData name="Daniel Cascante Espinoza" userId="6a9774af1d4df581" providerId="LiveId" clId="{9E5ECC90-2B3E-474C-9174-B907BE02AEBB}" dt="2025-11-10T05:43:28.106" v="1093" actId="26606"/>
          <ac:spMkLst>
            <pc:docMk/>
            <pc:sldMk cId="3331738681" sldId="264"/>
            <ac:spMk id="15" creationId="{D4974D33-8DC5-464E-8C6D-BE58F0669C17}"/>
          </ac:spMkLst>
        </pc:spChg>
        <pc:picChg chg="add mod ord">
          <ac:chgData name="Daniel Cascante Espinoza" userId="6a9774af1d4df581" providerId="LiveId" clId="{9E5ECC90-2B3E-474C-9174-B907BE02AEBB}" dt="2025-11-10T05:43:28.106" v="1093" actId="26606"/>
          <ac:picMkLst>
            <pc:docMk/>
            <pc:sldMk cId="3331738681" sldId="264"/>
            <ac:picMk id="6" creationId="{AA4CFA5F-18EE-EEA0-DCBC-5A1EEAED5469}"/>
          </ac:picMkLst>
        </pc:picChg>
      </pc:sldChg>
      <pc:sldChg chg="addSp delSp modSp new mod modTransition setBg modAnim">
        <pc:chgData name="Daniel Cascante Espinoza" userId="6a9774af1d4df581" providerId="LiveId" clId="{9E5ECC90-2B3E-474C-9174-B907BE02AEBB}" dt="2025-11-10T16:47:13.173" v="1327"/>
        <pc:sldMkLst>
          <pc:docMk/>
          <pc:sldMk cId="255913603" sldId="265"/>
        </pc:sldMkLst>
        <pc:spChg chg="mod">
          <ac:chgData name="Daniel Cascante Espinoza" userId="6a9774af1d4df581" providerId="LiveId" clId="{9E5ECC90-2B3E-474C-9174-B907BE02AEBB}" dt="2025-11-10T05:47:27.834" v="1168" actId="26606"/>
          <ac:spMkLst>
            <pc:docMk/>
            <pc:sldMk cId="255913603" sldId="265"/>
            <ac:spMk id="2" creationId="{1E318F0D-7AFD-80FB-BCAF-7DD4C153A070}"/>
          </ac:spMkLst>
        </pc:spChg>
        <pc:spChg chg="add">
          <ac:chgData name="Daniel Cascante Espinoza" userId="6a9774af1d4df581" providerId="LiveId" clId="{9E5ECC90-2B3E-474C-9174-B907BE02AEBB}" dt="2025-11-10T05:47:27.834" v="1168" actId="26606"/>
          <ac:spMkLst>
            <pc:docMk/>
            <pc:sldMk cId="255913603" sldId="265"/>
            <ac:spMk id="13" creationId="{C4879EFC-8E62-4E00-973C-C45EE9EC676D}"/>
          </ac:spMkLst>
        </pc:spChg>
        <pc:spChg chg="add">
          <ac:chgData name="Daniel Cascante Espinoza" userId="6a9774af1d4df581" providerId="LiveId" clId="{9E5ECC90-2B3E-474C-9174-B907BE02AEBB}" dt="2025-11-10T05:47:27.834" v="1168" actId="26606"/>
          <ac:spMkLst>
            <pc:docMk/>
            <pc:sldMk cId="255913603" sldId="265"/>
            <ac:spMk id="15" creationId="{D6A9C53F-5F90-40A5-8C85-5412D39C8C68}"/>
          </ac:spMkLst>
        </pc:spChg>
        <pc:picChg chg="add mod ord">
          <ac:chgData name="Daniel Cascante Espinoza" userId="6a9774af1d4df581" providerId="LiveId" clId="{9E5ECC90-2B3E-474C-9174-B907BE02AEBB}" dt="2025-11-10T05:47:27.834" v="1168" actId="26606"/>
          <ac:picMkLst>
            <pc:docMk/>
            <pc:sldMk cId="255913603" sldId="265"/>
            <ac:picMk id="5" creationId="{20BFA113-5812-1042-41AF-528D2D6FD951}"/>
          </ac:picMkLst>
        </pc:picChg>
        <pc:picChg chg="add mod modCrop">
          <ac:chgData name="Daniel Cascante Espinoza" userId="6a9774af1d4df581" providerId="LiveId" clId="{9E5ECC90-2B3E-474C-9174-B907BE02AEBB}" dt="2025-11-10T05:47:27.834" v="1168" actId="26606"/>
          <ac:picMkLst>
            <pc:docMk/>
            <pc:sldMk cId="255913603" sldId="265"/>
            <ac:picMk id="8" creationId="{35EDB417-1BC9-F8CE-2119-FF3CAA1F723F}"/>
          </ac:picMkLst>
        </pc:picChg>
      </pc:sldChg>
      <pc:sldChg chg="addSp delSp modSp new mod modTransition setBg modAnim">
        <pc:chgData name="Daniel Cascante Espinoza" userId="6a9774af1d4df581" providerId="LiveId" clId="{9E5ECC90-2B3E-474C-9174-B907BE02AEBB}" dt="2025-11-10T17:22:33.897" v="1632"/>
        <pc:sldMkLst>
          <pc:docMk/>
          <pc:sldMk cId="3521937029" sldId="266"/>
        </pc:sldMkLst>
        <pc:spChg chg="mod">
          <ac:chgData name="Daniel Cascante Espinoza" userId="6a9774af1d4df581" providerId="LiveId" clId="{9E5ECC90-2B3E-474C-9174-B907BE02AEBB}" dt="2025-11-10T16:46:08.616" v="1319" actId="26606"/>
          <ac:spMkLst>
            <pc:docMk/>
            <pc:sldMk cId="3521937029" sldId="266"/>
            <ac:spMk id="2" creationId="{6BF0E9F7-7CE8-2645-00AF-04E5D3142CC9}"/>
          </ac:spMkLst>
        </pc:spChg>
        <pc:spChg chg="mod">
          <ac:chgData name="Daniel Cascante Espinoza" userId="6a9774af1d4df581" providerId="LiveId" clId="{9E5ECC90-2B3E-474C-9174-B907BE02AEBB}" dt="2025-11-10T16:46:08.616" v="1319" actId="26606"/>
          <ac:spMkLst>
            <pc:docMk/>
            <pc:sldMk cId="3521937029" sldId="266"/>
            <ac:spMk id="3" creationId="{ECF12FB2-72D0-307A-D2A7-706BBB4D7AD4}"/>
          </ac:spMkLst>
        </pc:spChg>
        <pc:spChg chg="add">
          <ac:chgData name="Daniel Cascante Espinoza" userId="6a9774af1d4df581" providerId="LiveId" clId="{9E5ECC90-2B3E-474C-9174-B907BE02AEBB}" dt="2025-11-10T16:46:08.616" v="1319" actId="26606"/>
          <ac:spMkLst>
            <pc:docMk/>
            <pc:sldMk cId="3521937029" sldId="266"/>
            <ac:spMk id="18" creationId="{04812C46-200A-4DEB-A05E-3ED6C68C2387}"/>
          </ac:spMkLst>
        </pc:spChg>
        <pc:spChg chg="add">
          <ac:chgData name="Daniel Cascante Espinoza" userId="6a9774af1d4df581" providerId="LiveId" clId="{9E5ECC90-2B3E-474C-9174-B907BE02AEBB}" dt="2025-11-10T16:46:08.616" v="1319" actId="26606"/>
          <ac:spMkLst>
            <pc:docMk/>
            <pc:sldMk cId="3521937029" sldId="266"/>
            <ac:spMk id="20" creationId="{D1EA859B-E555-4109-94F3-6700E046E008}"/>
          </ac:spMkLst>
        </pc:spChg>
        <pc:picChg chg="add mod ord">
          <ac:chgData name="Daniel Cascante Espinoza" userId="6a9774af1d4df581" providerId="LiveId" clId="{9E5ECC90-2B3E-474C-9174-B907BE02AEBB}" dt="2025-11-10T16:46:08.616" v="1319" actId="26606"/>
          <ac:picMkLst>
            <pc:docMk/>
            <pc:sldMk cId="3521937029" sldId="266"/>
            <ac:picMk id="5" creationId="{A52C7A42-F5B0-E8D8-9BB9-7A122A7BF547}"/>
          </ac:picMkLst>
        </pc:picChg>
      </pc:sldChg>
      <pc:sldChg chg="addSp delSp modSp new mod modTransition setBg">
        <pc:chgData name="Daniel Cascante Espinoza" userId="6a9774af1d4df581" providerId="LiveId" clId="{9E5ECC90-2B3E-474C-9174-B907BE02AEBB}" dt="2025-11-10T17:23:49.084" v="1653"/>
        <pc:sldMkLst>
          <pc:docMk/>
          <pc:sldMk cId="2677942039" sldId="267"/>
        </pc:sldMkLst>
        <pc:picChg chg="add mod">
          <ac:chgData name="Daniel Cascante Espinoza" userId="6a9774af1d4df581" providerId="LiveId" clId="{9E5ECC90-2B3E-474C-9174-B907BE02AEBB}" dt="2025-11-10T16:50:00.530" v="1340" actId="1076"/>
          <ac:picMkLst>
            <pc:docMk/>
            <pc:sldMk cId="2677942039" sldId="267"/>
            <ac:picMk id="5" creationId="{AC0F602F-28C4-36B8-4C91-B760378FF868}"/>
          </ac:picMkLst>
        </pc:picChg>
      </pc:sldChg>
      <pc:sldChg chg="addSp delSp modSp new mod modTransition">
        <pc:chgData name="Daniel Cascante Espinoza" userId="6a9774af1d4df581" providerId="LiveId" clId="{9E5ECC90-2B3E-474C-9174-B907BE02AEBB}" dt="2025-11-10T17:24:50.725" v="1668"/>
        <pc:sldMkLst>
          <pc:docMk/>
          <pc:sldMk cId="3352163025" sldId="268"/>
        </pc:sldMkLst>
        <pc:picChg chg="add mod">
          <ac:chgData name="Daniel Cascante Espinoza" userId="6a9774af1d4df581" providerId="LiveId" clId="{9E5ECC90-2B3E-474C-9174-B907BE02AEBB}" dt="2025-11-10T16:52:10.685" v="1346" actId="1076"/>
          <ac:picMkLst>
            <pc:docMk/>
            <pc:sldMk cId="3352163025" sldId="268"/>
            <ac:picMk id="5" creationId="{6ED72FBA-7A09-DCD1-B11B-C7AEB44BD296}"/>
          </ac:picMkLst>
        </pc:picChg>
      </pc:sldChg>
      <pc:sldChg chg="addSp delSp modSp new mod modTransition">
        <pc:chgData name="Daniel Cascante Espinoza" userId="6a9774af1d4df581" providerId="LiveId" clId="{9E5ECC90-2B3E-474C-9174-B907BE02AEBB}" dt="2025-11-10T17:25:12.428" v="1683"/>
        <pc:sldMkLst>
          <pc:docMk/>
          <pc:sldMk cId="1483301417" sldId="269"/>
        </pc:sldMkLst>
        <pc:picChg chg="add mod">
          <ac:chgData name="Daniel Cascante Espinoza" userId="6a9774af1d4df581" providerId="LiveId" clId="{9E5ECC90-2B3E-474C-9174-B907BE02AEBB}" dt="2025-11-10T16:58:06.150" v="1359" actId="1076"/>
          <ac:picMkLst>
            <pc:docMk/>
            <pc:sldMk cId="1483301417" sldId="269"/>
            <ac:picMk id="5" creationId="{D8512C7A-25EB-AAD6-05F4-88C7AAB417F4}"/>
          </ac:picMkLst>
        </pc:picChg>
      </pc:sldChg>
      <pc:sldChg chg="addSp delSp modSp new mod modTransition">
        <pc:chgData name="Daniel Cascante Espinoza" userId="6a9774af1d4df581" providerId="LiveId" clId="{9E5ECC90-2B3E-474C-9174-B907BE02AEBB}" dt="2025-11-14T23:34:57.444" v="2406" actId="1076"/>
        <pc:sldMkLst>
          <pc:docMk/>
          <pc:sldMk cId="3974627994" sldId="270"/>
        </pc:sldMkLst>
        <pc:spChg chg="add del mod">
          <ac:chgData name="Daniel Cascante Espinoza" userId="6a9774af1d4df581" providerId="LiveId" clId="{9E5ECC90-2B3E-474C-9174-B907BE02AEBB}" dt="2025-11-14T23:34:44.098" v="2399" actId="931"/>
          <ac:spMkLst>
            <pc:docMk/>
            <pc:sldMk cId="3974627994" sldId="270"/>
            <ac:spMk id="3" creationId="{127BB607-5603-1593-E9FF-5A359540E965}"/>
          </ac:spMkLst>
        </pc:spChg>
        <pc:picChg chg="add del mod">
          <ac:chgData name="Daniel Cascante Espinoza" userId="6a9774af1d4df581" providerId="LiveId" clId="{9E5ECC90-2B3E-474C-9174-B907BE02AEBB}" dt="2025-11-14T23:34:26.304" v="2398" actId="478"/>
          <ac:picMkLst>
            <pc:docMk/>
            <pc:sldMk cId="3974627994" sldId="270"/>
            <ac:picMk id="5" creationId="{239B51D1-4F2E-6FE4-0220-27880F61EDBE}"/>
          </ac:picMkLst>
        </pc:picChg>
        <pc:picChg chg="add mod">
          <ac:chgData name="Daniel Cascante Espinoza" userId="6a9774af1d4df581" providerId="LiveId" clId="{9E5ECC90-2B3E-474C-9174-B907BE02AEBB}" dt="2025-11-14T23:34:57.444" v="2406" actId="1076"/>
          <ac:picMkLst>
            <pc:docMk/>
            <pc:sldMk cId="3974627994" sldId="270"/>
            <ac:picMk id="6" creationId="{BB6C86A4-3A2C-1690-6FAE-88BCFA64FF24}"/>
          </ac:picMkLst>
        </pc:picChg>
      </pc:sldChg>
      <pc:sldChg chg="addSp delSp modSp new mod modTransition setBg setClrOvrMap">
        <pc:chgData name="Daniel Cascante Espinoza" userId="6a9774af1d4df581" providerId="LiveId" clId="{9E5ECC90-2B3E-474C-9174-B907BE02AEBB}" dt="2025-11-13T00:09:39.665" v="2383" actId="20577"/>
        <pc:sldMkLst>
          <pc:docMk/>
          <pc:sldMk cId="4218322012" sldId="271"/>
        </pc:sldMkLst>
        <pc:spChg chg="mod">
          <ac:chgData name="Daniel Cascante Espinoza" userId="6a9774af1d4df581" providerId="LiveId" clId="{9E5ECC90-2B3E-474C-9174-B907BE02AEBB}" dt="2025-11-10T19:18:09.746" v="2250" actId="26606"/>
          <ac:spMkLst>
            <pc:docMk/>
            <pc:sldMk cId="4218322012" sldId="271"/>
            <ac:spMk id="2" creationId="{EFBA54FC-3E07-A628-B32D-FBDB3581AD33}"/>
          </ac:spMkLst>
        </pc:spChg>
        <pc:spChg chg="mod">
          <ac:chgData name="Daniel Cascante Espinoza" userId="6a9774af1d4df581" providerId="LiveId" clId="{9E5ECC90-2B3E-474C-9174-B907BE02AEBB}" dt="2025-11-13T00:09:39.665" v="2383" actId="20577"/>
          <ac:spMkLst>
            <pc:docMk/>
            <pc:sldMk cId="4218322012" sldId="271"/>
            <ac:spMk id="3" creationId="{1A245C8F-76CC-789B-4B20-5E8FB0611EBD}"/>
          </ac:spMkLst>
        </pc:spChg>
        <pc:spChg chg="add">
          <ac:chgData name="Daniel Cascante Espinoza" userId="6a9774af1d4df581" providerId="LiveId" clId="{9E5ECC90-2B3E-474C-9174-B907BE02AEBB}" dt="2025-11-10T19:18:09.746" v="2250" actId="26606"/>
          <ac:spMkLst>
            <pc:docMk/>
            <pc:sldMk cId="4218322012" sldId="271"/>
            <ac:spMk id="11" creationId="{9228552E-C8B1-4A80-8448-0787CE0FC704}"/>
          </ac:spMkLst>
        </pc:spChg>
        <pc:picChg chg="add mod ord">
          <ac:chgData name="Daniel Cascante Espinoza" userId="6a9774af1d4df581" providerId="LiveId" clId="{9E5ECC90-2B3E-474C-9174-B907BE02AEBB}" dt="2025-11-10T19:18:09.746" v="2250" actId="26606"/>
          <ac:picMkLst>
            <pc:docMk/>
            <pc:sldMk cId="4218322012" sldId="271"/>
            <ac:picMk id="5" creationId="{5C9D85F1-6620-8629-7606-601C0AF7193A}"/>
          </ac:picMkLst>
        </pc:picChg>
      </pc:sldChg>
      <pc:sldChg chg="addSp delSp modSp new mod modTransition setBg">
        <pc:chgData name="Daniel Cascante Espinoza" userId="6a9774af1d4df581" providerId="LiveId" clId="{9E5ECC90-2B3E-474C-9174-B907BE02AEBB}" dt="2025-11-10T19:19:50.535" v="2298"/>
        <pc:sldMkLst>
          <pc:docMk/>
          <pc:sldMk cId="4067080705" sldId="272"/>
        </pc:sldMkLst>
        <pc:spChg chg="mod ord">
          <ac:chgData name="Daniel Cascante Espinoza" userId="6a9774af1d4df581" providerId="LiveId" clId="{9E5ECC90-2B3E-474C-9174-B907BE02AEBB}" dt="2025-11-10T05:58:18.665" v="1307" actId="26606"/>
          <ac:spMkLst>
            <pc:docMk/>
            <pc:sldMk cId="4067080705" sldId="272"/>
            <ac:spMk id="2" creationId="{B49C13A6-AB79-884F-1F33-823EC8094B34}"/>
          </ac:spMkLst>
        </pc:spChg>
        <pc:spChg chg="add">
          <ac:chgData name="Daniel Cascante Espinoza" userId="6a9774af1d4df581" providerId="LiveId" clId="{9E5ECC90-2B3E-474C-9174-B907BE02AEBB}" dt="2025-11-10T05:58:18.665" v="1307" actId="26606"/>
          <ac:spMkLst>
            <pc:docMk/>
            <pc:sldMk cId="4067080705" sldId="272"/>
            <ac:spMk id="25" creationId="{665DBBEF-238B-476B-96AB-8AAC3224ECEA}"/>
          </ac:spMkLst>
        </pc:spChg>
        <pc:spChg chg="add">
          <ac:chgData name="Daniel Cascante Espinoza" userId="6a9774af1d4df581" providerId="LiveId" clId="{9E5ECC90-2B3E-474C-9174-B907BE02AEBB}" dt="2025-11-10T05:58:18.665" v="1307" actId="26606"/>
          <ac:spMkLst>
            <pc:docMk/>
            <pc:sldMk cId="4067080705" sldId="272"/>
            <ac:spMk id="26" creationId="{3FCFB1DE-0B7E-48CC-BA90-B2AB0889F9D6}"/>
          </ac:spMkLst>
        </pc:spChg>
        <pc:picChg chg="add mod">
          <ac:chgData name="Daniel Cascante Espinoza" userId="6a9774af1d4df581" providerId="LiveId" clId="{9E5ECC90-2B3E-474C-9174-B907BE02AEBB}" dt="2025-11-10T05:58:18.665" v="1307" actId="26606"/>
          <ac:picMkLst>
            <pc:docMk/>
            <pc:sldMk cId="4067080705" sldId="272"/>
            <ac:picMk id="10" creationId="{56A1FEC8-3C97-CF93-8B48-2B98276C31EA}"/>
          </ac:picMkLst>
        </pc:picChg>
      </pc:sldChg>
      <pc:sldChg chg="addSp delSp modSp new mod modTransition setBg">
        <pc:chgData name="Daniel Cascante Espinoza" userId="6a9774af1d4df581" providerId="LiveId" clId="{9E5ECC90-2B3E-474C-9174-B907BE02AEBB}" dt="2025-11-10T17:23:13.740" v="1638"/>
        <pc:sldMkLst>
          <pc:docMk/>
          <pc:sldMk cId="2207709731" sldId="273"/>
        </pc:sldMkLst>
        <pc:spChg chg="mod ord">
          <ac:chgData name="Daniel Cascante Espinoza" userId="6a9774af1d4df581" providerId="LiveId" clId="{9E5ECC90-2B3E-474C-9174-B907BE02AEBB}" dt="2025-11-10T17:02:06.009" v="1454" actId="26606"/>
          <ac:spMkLst>
            <pc:docMk/>
            <pc:sldMk cId="2207709731" sldId="273"/>
            <ac:spMk id="2" creationId="{F4C80963-ED29-0078-1087-B6C8E3AB4E5E}"/>
          </ac:spMkLst>
        </pc:spChg>
        <pc:spChg chg="add">
          <ac:chgData name="Daniel Cascante Espinoza" userId="6a9774af1d4df581" providerId="LiveId" clId="{9E5ECC90-2B3E-474C-9174-B907BE02AEBB}" dt="2025-11-10T17:02:06.009" v="1454" actId="26606"/>
          <ac:spMkLst>
            <pc:docMk/>
            <pc:sldMk cId="2207709731" sldId="273"/>
            <ac:spMk id="11" creationId="{657F69E0-C4B0-4BEC-A689-4F8D877F05D4}"/>
          </ac:spMkLst>
        </pc:spChg>
        <pc:spChg chg="add">
          <ac:chgData name="Daniel Cascante Espinoza" userId="6a9774af1d4df581" providerId="LiveId" clId="{9E5ECC90-2B3E-474C-9174-B907BE02AEBB}" dt="2025-11-10T17:02:06.009" v="1454" actId="26606"/>
          <ac:spMkLst>
            <pc:docMk/>
            <pc:sldMk cId="2207709731" sldId="273"/>
            <ac:spMk id="13" creationId="{9F6380B4-6A1C-481E-8408-B4E6C75B9B81}"/>
          </ac:spMkLst>
        </pc:spChg>
        <pc:picChg chg="add mod">
          <ac:chgData name="Daniel Cascante Espinoza" userId="6a9774af1d4df581" providerId="LiveId" clId="{9E5ECC90-2B3E-474C-9174-B907BE02AEBB}" dt="2025-11-10T17:02:06.009" v="1454" actId="26606"/>
          <ac:picMkLst>
            <pc:docMk/>
            <pc:sldMk cId="2207709731" sldId="273"/>
            <ac:picMk id="5" creationId="{56FAED47-B8D6-9D34-0D4D-C2033BF322EB}"/>
          </ac:picMkLst>
        </pc:picChg>
      </pc:sldChg>
      <pc:sldChg chg="addSp delSp modSp new mod modTransition setBg">
        <pc:chgData name="Daniel Cascante Espinoza" userId="6a9774af1d4df581" providerId="LiveId" clId="{9E5ECC90-2B3E-474C-9174-B907BE02AEBB}" dt="2025-11-10T17:25:34.833" v="1685"/>
        <pc:sldMkLst>
          <pc:docMk/>
          <pc:sldMk cId="1332066780" sldId="274"/>
        </pc:sldMkLst>
        <pc:spChg chg="mod">
          <ac:chgData name="Daniel Cascante Espinoza" userId="6a9774af1d4df581" providerId="LiveId" clId="{9E5ECC90-2B3E-474C-9174-B907BE02AEBB}" dt="2025-11-10T16:59:46.995" v="1426" actId="1076"/>
          <ac:spMkLst>
            <pc:docMk/>
            <pc:sldMk cId="1332066780" sldId="274"/>
            <ac:spMk id="2" creationId="{F3FA481F-58DF-1FBE-BC5D-AF3DEE367809}"/>
          </ac:spMkLst>
        </pc:spChg>
        <pc:spChg chg="add">
          <ac:chgData name="Daniel Cascante Espinoza" userId="6a9774af1d4df581" providerId="LiveId" clId="{9E5ECC90-2B3E-474C-9174-B907BE02AEBB}" dt="2025-11-10T16:58:44.850" v="1418" actId="26606"/>
          <ac:spMkLst>
            <pc:docMk/>
            <pc:sldMk cId="1332066780" sldId="274"/>
            <ac:spMk id="13" creationId="{DEB62645-D4DA-4E99-8344-B1536F63D108}"/>
          </ac:spMkLst>
        </pc:spChg>
        <pc:spChg chg="add">
          <ac:chgData name="Daniel Cascante Espinoza" userId="6a9774af1d4df581" providerId="LiveId" clId="{9E5ECC90-2B3E-474C-9174-B907BE02AEBB}" dt="2025-11-10T16:58:44.850" v="1418" actId="26606"/>
          <ac:spMkLst>
            <pc:docMk/>
            <pc:sldMk cId="1332066780" sldId="274"/>
            <ac:spMk id="14" creationId="{E914257E-1E2A-4AC7-89EC-1FB65C9C0A0D}"/>
          </ac:spMkLst>
        </pc:spChg>
        <pc:spChg chg="add">
          <ac:chgData name="Daniel Cascante Espinoza" userId="6a9774af1d4df581" providerId="LiveId" clId="{9E5ECC90-2B3E-474C-9174-B907BE02AEBB}" dt="2025-11-10T16:58:44.850" v="1418" actId="26606"/>
          <ac:spMkLst>
            <pc:docMk/>
            <pc:sldMk cId="1332066780" sldId="274"/>
            <ac:spMk id="15" creationId="{03E1C8F1-97F5-489C-8308-958F09657254}"/>
          </ac:spMkLst>
        </pc:spChg>
        <pc:picChg chg="add mod">
          <ac:chgData name="Daniel Cascante Espinoza" userId="6a9774af1d4df581" providerId="LiveId" clId="{9E5ECC90-2B3E-474C-9174-B907BE02AEBB}" dt="2025-11-10T16:59:52.193" v="1427" actId="14100"/>
          <ac:picMkLst>
            <pc:docMk/>
            <pc:sldMk cId="1332066780" sldId="274"/>
            <ac:picMk id="4" creationId="{6BBD35F7-68AC-3AD7-3BE9-27CB1C3797AE}"/>
          </ac:picMkLst>
        </pc:picChg>
      </pc:sldChg>
      <pc:sldChg chg="addSp delSp modSp new mod modTransition setBg modAnim">
        <pc:chgData name="Daniel Cascante Espinoza" userId="6a9774af1d4df581" providerId="LiveId" clId="{9E5ECC90-2B3E-474C-9174-B907BE02AEBB}" dt="2025-11-10T17:24:17.349" v="1657"/>
        <pc:sldMkLst>
          <pc:docMk/>
          <pc:sldMk cId="832050709" sldId="275"/>
        </pc:sldMkLst>
        <pc:spChg chg="mod">
          <ac:chgData name="Daniel Cascante Espinoza" userId="6a9774af1d4df581" providerId="LiveId" clId="{9E5ECC90-2B3E-474C-9174-B907BE02AEBB}" dt="2025-11-10T17:04:37.538" v="1522" actId="26606"/>
          <ac:spMkLst>
            <pc:docMk/>
            <pc:sldMk cId="832050709" sldId="275"/>
            <ac:spMk id="2" creationId="{EFF03B08-2350-260E-4BDA-3DE08BB3BB10}"/>
          </ac:spMkLst>
        </pc:spChg>
        <pc:spChg chg="mod">
          <ac:chgData name="Daniel Cascante Espinoza" userId="6a9774af1d4df581" providerId="LiveId" clId="{9E5ECC90-2B3E-474C-9174-B907BE02AEBB}" dt="2025-11-10T17:06:37.975" v="1577" actId="20577"/>
          <ac:spMkLst>
            <pc:docMk/>
            <pc:sldMk cId="832050709" sldId="275"/>
            <ac:spMk id="3" creationId="{8F6A8ACD-5838-9C0D-D9A3-83998E43ADC9}"/>
          </ac:spMkLst>
        </pc:spChg>
        <pc:spChg chg="add">
          <ac:chgData name="Daniel Cascante Espinoza" userId="6a9774af1d4df581" providerId="LiveId" clId="{9E5ECC90-2B3E-474C-9174-B907BE02AEBB}" dt="2025-11-10T17:04:37.538" v="1522" actId="26606"/>
          <ac:spMkLst>
            <pc:docMk/>
            <pc:sldMk cId="832050709" sldId="275"/>
            <ac:spMk id="13" creationId="{69D47016-023F-44BD-981C-50E7A10A6609}"/>
          </ac:spMkLst>
        </pc:spChg>
        <pc:spChg chg="add">
          <ac:chgData name="Daniel Cascante Espinoza" userId="6a9774af1d4df581" providerId="LiveId" clId="{9E5ECC90-2B3E-474C-9174-B907BE02AEBB}" dt="2025-11-10T17:04:37.538" v="1522" actId="26606"/>
          <ac:spMkLst>
            <pc:docMk/>
            <pc:sldMk cId="832050709" sldId="275"/>
            <ac:spMk id="15" creationId="{6D8B37B0-0682-433E-BC8D-498C04ABD9A7}"/>
          </ac:spMkLst>
        </pc:spChg>
        <pc:picChg chg="add mod">
          <ac:chgData name="Daniel Cascante Espinoza" userId="6a9774af1d4df581" providerId="LiveId" clId="{9E5ECC90-2B3E-474C-9174-B907BE02AEBB}" dt="2025-11-10T17:05:00.678" v="1525" actId="1076"/>
          <ac:picMkLst>
            <pc:docMk/>
            <pc:sldMk cId="832050709" sldId="275"/>
            <ac:picMk id="5" creationId="{8C37BE4C-30C5-2A93-757A-6BB005000661}"/>
          </ac:picMkLst>
        </pc:picChg>
        <pc:picChg chg="add mod">
          <ac:chgData name="Daniel Cascante Espinoza" userId="6a9774af1d4df581" providerId="LiveId" clId="{9E5ECC90-2B3E-474C-9174-B907BE02AEBB}" dt="2025-11-10T17:05:02.060" v="1526" actId="1076"/>
          <ac:picMkLst>
            <pc:docMk/>
            <pc:sldMk cId="832050709" sldId="275"/>
            <ac:picMk id="8" creationId="{D8843D09-68C1-10A3-2685-E0A3205BA1EC}"/>
          </ac:picMkLst>
        </pc:picChg>
      </pc:sldChg>
      <pc:sldChg chg="addSp delSp modSp new mod modTransition setBg">
        <pc:chgData name="Daniel Cascante Espinoza" userId="6a9774af1d4df581" providerId="LiveId" clId="{9E5ECC90-2B3E-474C-9174-B907BE02AEBB}" dt="2025-11-10T17:25:00.741" v="1670"/>
        <pc:sldMkLst>
          <pc:docMk/>
          <pc:sldMk cId="392912371" sldId="276"/>
        </pc:sldMkLst>
        <pc:spChg chg="mod ord">
          <ac:chgData name="Daniel Cascante Espinoza" userId="6a9774af1d4df581" providerId="LiveId" clId="{9E5ECC90-2B3E-474C-9174-B907BE02AEBB}" dt="2025-11-10T17:12:53.130" v="1587" actId="26606"/>
          <ac:spMkLst>
            <pc:docMk/>
            <pc:sldMk cId="392912371" sldId="276"/>
            <ac:spMk id="2" creationId="{07EB36E6-E2E3-0BF8-0C17-E4E7026152DF}"/>
          </ac:spMkLst>
        </pc:spChg>
        <pc:spChg chg="add">
          <ac:chgData name="Daniel Cascante Espinoza" userId="6a9774af1d4df581" providerId="LiveId" clId="{9E5ECC90-2B3E-474C-9174-B907BE02AEBB}" dt="2025-11-10T17:12:53.130" v="1587" actId="26606"/>
          <ac:spMkLst>
            <pc:docMk/>
            <pc:sldMk cId="392912371" sldId="276"/>
            <ac:spMk id="11" creationId="{7B1AB9FE-36F5-4FD1-9850-DB5C5AD4828F}"/>
          </ac:spMkLst>
        </pc:spChg>
        <pc:spChg chg="add">
          <ac:chgData name="Daniel Cascante Espinoza" userId="6a9774af1d4df581" providerId="LiveId" clId="{9E5ECC90-2B3E-474C-9174-B907BE02AEBB}" dt="2025-11-10T17:12:53.130" v="1587" actId="26606"/>
          <ac:spMkLst>
            <pc:docMk/>
            <pc:sldMk cId="392912371" sldId="276"/>
            <ac:spMk id="13" creationId="{F489C2E0-4895-4B72-85EA-7EE9FAFFDC7E}"/>
          </ac:spMkLst>
        </pc:spChg>
        <pc:picChg chg="add mod">
          <ac:chgData name="Daniel Cascante Espinoza" userId="6a9774af1d4df581" providerId="LiveId" clId="{9E5ECC90-2B3E-474C-9174-B907BE02AEBB}" dt="2025-11-10T17:12:53.130" v="1587" actId="26606"/>
          <ac:picMkLst>
            <pc:docMk/>
            <pc:sldMk cId="392912371" sldId="276"/>
            <ac:picMk id="5" creationId="{CC439B89-D86C-37E8-756D-F45330CCCBA7}"/>
          </ac:picMkLst>
        </pc:picChg>
      </pc:sldChg>
      <pc:sldChg chg="addSp delSp modSp new mod modTransition setBg">
        <pc:chgData name="Daniel Cascante Espinoza" userId="6a9774af1d4df581" providerId="LiveId" clId="{9E5ECC90-2B3E-474C-9174-B907BE02AEBB}" dt="2025-11-10T17:25:44.069" v="1687"/>
        <pc:sldMkLst>
          <pc:docMk/>
          <pc:sldMk cId="306364778" sldId="277"/>
        </pc:sldMkLst>
        <pc:spChg chg="mod ord">
          <ac:chgData name="Daniel Cascante Espinoza" userId="6a9774af1d4df581" providerId="LiveId" clId="{9E5ECC90-2B3E-474C-9174-B907BE02AEBB}" dt="2025-11-10T17:18:37.787" v="1625" actId="26606"/>
          <ac:spMkLst>
            <pc:docMk/>
            <pc:sldMk cId="306364778" sldId="277"/>
            <ac:spMk id="2" creationId="{84F8B402-0906-0E93-99E1-D776E8A0DD8B}"/>
          </ac:spMkLst>
        </pc:spChg>
        <pc:grpChg chg="add">
          <ac:chgData name="Daniel Cascante Espinoza" userId="6a9774af1d4df581" providerId="LiveId" clId="{9E5ECC90-2B3E-474C-9174-B907BE02AEBB}" dt="2025-11-10T17:18:37.787" v="1625" actId="26606"/>
          <ac:grpSpMkLst>
            <pc:docMk/>
            <pc:sldMk cId="306364778" sldId="277"/>
            <ac:grpSpMk id="39" creationId="{0E76F6F3-F5F0-B26D-1B63-73AD0299B731}"/>
          </ac:grpSpMkLst>
        </pc:grpChg>
        <pc:picChg chg="add mod">
          <ac:chgData name="Daniel Cascante Espinoza" userId="6a9774af1d4df581" providerId="LiveId" clId="{9E5ECC90-2B3E-474C-9174-B907BE02AEBB}" dt="2025-11-10T17:18:37.787" v="1625" actId="26606"/>
          <ac:picMkLst>
            <pc:docMk/>
            <pc:sldMk cId="306364778" sldId="277"/>
            <ac:picMk id="16" creationId="{53D731B0-6AF2-6C17-6FAD-1E852BB7AEA0}"/>
          </ac:picMkLst>
        </pc:picChg>
      </pc:sldChg>
      <pc:sldChg chg="addSp modSp new mod modTransition setBg modAnim">
        <pc:chgData name="Daniel Cascante Espinoza" userId="6a9774af1d4df581" providerId="LiveId" clId="{9E5ECC90-2B3E-474C-9174-B907BE02AEBB}" dt="2025-11-13T00:15:53.677" v="2397" actId="20577"/>
        <pc:sldMkLst>
          <pc:docMk/>
          <pc:sldMk cId="4182465070" sldId="278"/>
        </pc:sldMkLst>
        <pc:spChg chg="mod">
          <ac:chgData name="Daniel Cascante Espinoza" userId="6a9774af1d4df581" providerId="LiveId" clId="{9E5ECC90-2B3E-474C-9174-B907BE02AEBB}" dt="2025-11-13T00:15:53.677" v="2397" actId="20577"/>
          <ac:spMkLst>
            <pc:docMk/>
            <pc:sldMk cId="4182465070" sldId="278"/>
            <ac:spMk id="2" creationId="{89664CD4-7E31-CF51-4103-B464A36B8E47}"/>
          </ac:spMkLst>
        </pc:spChg>
        <pc:spChg chg="mod">
          <ac:chgData name="Daniel Cascante Espinoza" userId="6a9774af1d4df581" providerId="LiveId" clId="{9E5ECC90-2B3E-474C-9174-B907BE02AEBB}" dt="2025-11-13T00:11:29.395" v="2387" actId="26606"/>
          <ac:spMkLst>
            <pc:docMk/>
            <pc:sldMk cId="4182465070" sldId="278"/>
            <ac:spMk id="3" creationId="{FD96C1B7-8B10-0B92-004D-2BA1212FB8A2}"/>
          </ac:spMkLst>
        </pc:spChg>
        <pc:spChg chg="add">
          <ac:chgData name="Daniel Cascante Espinoza" userId="6a9774af1d4df581" providerId="LiveId" clId="{9E5ECC90-2B3E-474C-9174-B907BE02AEBB}" dt="2025-11-13T00:11:29.395" v="2387" actId="26606"/>
          <ac:spMkLst>
            <pc:docMk/>
            <pc:sldMk cId="4182465070" sldId="278"/>
            <ac:spMk id="10" creationId="{F13C74B1-5B17-4795-BED0-7140497B445A}"/>
          </ac:spMkLst>
        </pc:spChg>
        <pc:spChg chg="add">
          <ac:chgData name="Daniel Cascante Espinoza" userId="6a9774af1d4df581" providerId="LiveId" clId="{9E5ECC90-2B3E-474C-9174-B907BE02AEBB}" dt="2025-11-13T00:11:29.395" v="2387" actId="26606"/>
          <ac:spMkLst>
            <pc:docMk/>
            <pc:sldMk cId="4182465070" sldId="278"/>
            <ac:spMk id="12" creationId="{D4974D33-8DC5-464E-8C6D-BE58F0669C17}"/>
          </ac:spMkLst>
        </pc:spChg>
        <pc:picChg chg="add mod">
          <ac:chgData name="Daniel Cascante Espinoza" userId="6a9774af1d4df581" providerId="LiveId" clId="{9E5ECC90-2B3E-474C-9174-B907BE02AEBB}" dt="2025-11-13T00:11:29.395" v="2387" actId="26606"/>
          <ac:picMkLst>
            <pc:docMk/>
            <pc:sldMk cId="4182465070" sldId="278"/>
            <ac:picMk id="5" creationId="{1AB44CA5-309E-E310-F031-2944E497A6F1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2E7BD2B-74F5-45F7-9B5C-C7D6334E63A1}" type="doc">
      <dgm:prSet loTypeId="urn:microsoft.com/office/officeart/2005/8/layout/hierarchy3" loCatId="hierarchy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EE1ABDBD-5498-4F17-82FC-05E91266CB1A}">
      <dgm:prSet/>
      <dgm:spPr/>
      <dgm:t>
        <a:bodyPr/>
        <a:lstStyle/>
        <a:p>
          <a:r>
            <a:rPr lang="es-MX" dirty="0"/>
            <a:t>Hay 2 maneras:</a:t>
          </a:r>
          <a:endParaRPr lang="en-US" dirty="0"/>
        </a:p>
      </dgm:t>
    </dgm:pt>
    <dgm:pt modelId="{C5C33E9B-17B5-4923-9DA6-87E8B3695BA8}" type="parTrans" cxnId="{D6BB5270-9FB3-4746-9525-B463D9A19F3D}">
      <dgm:prSet/>
      <dgm:spPr/>
      <dgm:t>
        <a:bodyPr/>
        <a:lstStyle/>
        <a:p>
          <a:endParaRPr lang="en-US"/>
        </a:p>
      </dgm:t>
    </dgm:pt>
    <dgm:pt modelId="{ADB6056A-50B1-4542-95DD-18604AE932E2}" type="sibTrans" cxnId="{D6BB5270-9FB3-4746-9525-B463D9A19F3D}">
      <dgm:prSet/>
      <dgm:spPr/>
      <dgm:t>
        <a:bodyPr/>
        <a:lstStyle/>
        <a:p>
          <a:endParaRPr lang="en-US"/>
        </a:p>
      </dgm:t>
    </dgm:pt>
    <dgm:pt modelId="{AABC3AF1-2848-410B-AB06-F608E611307C}">
      <dgm:prSet/>
      <dgm:spPr/>
      <dgm:t>
        <a:bodyPr/>
        <a:lstStyle/>
        <a:p>
          <a:r>
            <a:rPr lang="en-US"/>
            <a:t>Jugada de pase</a:t>
          </a:r>
        </a:p>
      </dgm:t>
    </dgm:pt>
    <dgm:pt modelId="{1BF528B1-C6D9-462B-AC18-A6E609ED6CE0}" type="parTrans" cxnId="{EA4B3D34-DADB-4095-A484-900F2D8DFF06}">
      <dgm:prSet/>
      <dgm:spPr/>
      <dgm:t>
        <a:bodyPr/>
        <a:lstStyle/>
        <a:p>
          <a:endParaRPr lang="en-US"/>
        </a:p>
      </dgm:t>
    </dgm:pt>
    <dgm:pt modelId="{9F93FE07-3FE0-439D-9B7F-71A443FD2ECB}" type="sibTrans" cxnId="{EA4B3D34-DADB-4095-A484-900F2D8DFF06}">
      <dgm:prSet/>
      <dgm:spPr/>
      <dgm:t>
        <a:bodyPr/>
        <a:lstStyle/>
        <a:p>
          <a:endParaRPr lang="en-US"/>
        </a:p>
      </dgm:t>
    </dgm:pt>
    <dgm:pt modelId="{733BA717-26F2-4873-ABCE-06E65846947C}">
      <dgm:prSet/>
      <dgm:spPr/>
      <dgm:t>
        <a:bodyPr/>
        <a:lstStyle/>
        <a:p>
          <a:r>
            <a:rPr lang="en-US"/>
            <a:t>Acarreo terrestre</a:t>
          </a:r>
        </a:p>
      </dgm:t>
    </dgm:pt>
    <dgm:pt modelId="{09B89E1E-AFD6-49DB-BFCE-5A85F82BFEA5}" type="parTrans" cxnId="{AFB00BF6-B965-4D73-84AF-6EA94D594CBA}">
      <dgm:prSet/>
      <dgm:spPr/>
      <dgm:t>
        <a:bodyPr/>
        <a:lstStyle/>
        <a:p>
          <a:endParaRPr lang="en-US"/>
        </a:p>
      </dgm:t>
    </dgm:pt>
    <dgm:pt modelId="{DC203315-201E-41DF-9213-1B64C0902FDE}" type="sibTrans" cxnId="{AFB00BF6-B965-4D73-84AF-6EA94D594CBA}">
      <dgm:prSet/>
      <dgm:spPr/>
      <dgm:t>
        <a:bodyPr/>
        <a:lstStyle/>
        <a:p>
          <a:endParaRPr lang="en-US"/>
        </a:p>
      </dgm:t>
    </dgm:pt>
    <dgm:pt modelId="{584145F1-B457-4F96-881F-B54059CE109A}" type="pres">
      <dgm:prSet presAssocID="{12E7BD2B-74F5-45F7-9B5C-C7D6334E63A1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4925C41-955F-4B20-80AD-CEADFA66ACB7}" type="pres">
      <dgm:prSet presAssocID="{EE1ABDBD-5498-4F17-82FC-05E91266CB1A}" presName="root" presStyleCnt="0"/>
      <dgm:spPr/>
    </dgm:pt>
    <dgm:pt modelId="{8E2675E5-90F8-44FD-AD02-3DC52D2C5C7C}" type="pres">
      <dgm:prSet presAssocID="{EE1ABDBD-5498-4F17-82FC-05E91266CB1A}" presName="rootComposite" presStyleCnt="0"/>
      <dgm:spPr/>
    </dgm:pt>
    <dgm:pt modelId="{6A2AE741-E319-458B-BD0C-092CF497BDDB}" type="pres">
      <dgm:prSet presAssocID="{EE1ABDBD-5498-4F17-82FC-05E91266CB1A}" presName="rootText" presStyleLbl="node1" presStyleIdx="0" presStyleCnt="1"/>
      <dgm:spPr/>
    </dgm:pt>
    <dgm:pt modelId="{F3CA4DF6-13B2-4CCB-B808-1B6A8AC9D979}" type="pres">
      <dgm:prSet presAssocID="{EE1ABDBD-5498-4F17-82FC-05E91266CB1A}" presName="rootConnector" presStyleLbl="node1" presStyleIdx="0" presStyleCnt="1"/>
      <dgm:spPr/>
    </dgm:pt>
    <dgm:pt modelId="{122C3D4A-82E8-4672-9072-B9F280D09869}" type="pres">
      <dgm:prSet presAssocID="{EE1ABDBD-5498-4F17-82FC-05E91266CB1A}" presName="childShape" presStyleCnt="0"/>
      <dgm:spPr/>
    </dgm:pt>
    <dgm:pt modelId="{A05B4FC6-7AD5-4F5F-AD8D-B7927F1710A5}" type="pres">
      <dgm:prSet presAssocID="{1BF528B1-C6D9-462B-AC18-A6E609ED6CE0}" presName="Name13" presStyleLbl="parChTrans1D2" presStyleIdx="0" presStyleCnt="2"/>
      <dgm:spPr/>
    </dgm:pt>
    <dgm:pt modelId="{AB9E67CC-35D7-45E7-BEF7-30128E0EA1FA}" type="pres">
      <dgm:prSet presAssocID="{AABC3AF1-2848-410B-AB06-F608E611307C}" presName="childText" presStyleLbl="bgAcc1" presStyleIdx="0" presStyleCnt="2">
        <dgm:presLayoutVars>
          <dgm:bulletEnabled val="1"/>
        </dgm:presLayoutVars>
      </dgm:prSet>
      <dgm:spPr/>
    </dgm:pt>
    <dgm:pt modelId="{9FC7573C-5E5F-4794-B28B-67E2D17B899A}" type="pres">
      <dgm:prSet presAssocID="{09B89E1E-AFD6-49DB-BFCE-5A85F82BFEA5}" presName="Name13" presStyleLbl="parChTrans1D2" presStyleIdx="1" presStyleCnt="2"/>
      <dgm:spPr/>
    </dgm:pt>
    <dgm:pt modelId="{D898734F-4F5A-4EFF-BAF6-24984DC7C6BA}" type="pres">
      <dgm:prSet presAssocID="{733BA717-26F2-4873-ABCE-06E65846947C}" presName="childText" presStyleLbl="bgAcc1" presStyleIdx="1" presStyleCnt="2">
        <dgm:presLayoutVars>
          <dgm:bulletEnabled val="1"/>
        </dgm:presLayoutVars>
      </dgm:prSet>
      <dgm:spPr/>
    </dgm:pt>
  </dgm:ptLst>
  <dgm:cxnLst>
    <dgm:cxn modelId="{B123920C-F27F-4D6C-AB75-02FC0566493D}" type="presOf" srcId="{12E7BD2B-74F5-45F7-9B5C-C7D6334E63A1}" destId="{584145F1-B457-4F96-881F-B54059CE109A}" srcOrd="0" destOrd="0" presId="urn:microsoft.com/office/officeart/2005/8/layout/hierarchy3"/>
    <dgm:cxn modelId="{F4E78614-DED6-4BEC-8577-D703B5F13724}" type="presOf" srcId="{1BF528B1-C6D9-462B-AC18-A6E609ED6CE0}" destId="{A05B4FC6-7AD5-4F5F-AD8D-B7927F1710A5}" srcOrd="0" destOrd="0" presId="urn:microsoft.com/office/officeart/2005/8/layout/hierarchy3"/>
    <dgm:cxn modelId="{EA4B3D34-DADB-4095-A484-900F2D8DFF06}" srcId="{EE1ABDBD-5498-4F17-82FC-05E91266CB1A}" destId="{AABC3AF1-2848-410B-AB06-F608E611307C}" srcOrd="0" destOrd="0" parTransId="{1BF528B1-C6D9-462B-AC18-A6E609ED6CE0}" sibTransId="{9F93FE07-3FE0-439D-9B7F-71A443FD2ECB}"/>
    <dgm:cxn modelId="{42EBD366-EEAE-405D-8988-AE78CB12FDE4}" type="presOf" srcId="{733BA717-26F2-4873-ABCE-06E65846947C}" destId="{D898734F-4F5A-4EFF-BAF6-24984DC7C6BA}" srcOrd="0" destOrd="0" presId="urn:microsoft.com/office/officeart/2005/8/layout/hierarchy3"/>
    <dgm:cxn modelId="{D6BB5270-9FB3-4746-9525-B463D9A19F3D}" srcId="{12E7BD2B-74F5-45F7-9B5C-C7D6334E63A1}" destId="{EE1ABDBD-5498-4F17-82FC-05E91266CB1A}" srcOrd="0" destOrd="0" parTransId="{C5C33E9B-17B5-4923-9DA6-87E8B3695BA8}" sibTransId="{ADB6056A-50B1-4542-95DD-18604AE932E2}"/>
    <dgm:cxn modelId="{3F76EC50-6E6A-4591-B640-A26505A6BF77}" type="presOf" srcId="{AABC3AF1-2848-410B-AB06-F608E611307C}" destId="{AB9E67CC-35D7-45E7-BEF7-30128E0EA1FA}" srcOrd="0" destOrd="0" presId="urn:microsoft.com/office/officeart/2005/8/layout/hierarchy3"/>
    <dgm:cxn modelId="{DA085289-6930-497B-926A-196057E491D4}" type="presOf" srcId="{EE1ABDBD-5498-4F17-82FC-05E91266CB1A}" destId="{F3CA4DF6-13B2-4CCB-B808-1B6A8AC9D979}" srcOrd="1" destOrd="0" presId="urn:microsoft.com/office/officeart/2005/8/layout/hierarchy3"/>
    <dgm:cxn modelId="{7EB02A8C-5FDD-4556-8D8B-06A64A852963}" type="presOf" srcId="{09B89E1E-AFD6-49DB-BFCE-5A85F82BFEA5}" destId="{9FC7573C-5E5F-4794-B28B-67E2D17B899A}" srcOrd="0" destOrd="0" presId="urn:microsoft.com/office/officeart/2005/8/layout/hierarchy3"/>
    <dgm:cxn modelId="{BC30D4A3-F5BB-4AF4-9CA5-F9BA32703E07}" type="presOf" srcId="{EE1ABDBD-5498-4F17-82FC-05E91266CB1A}" destId="{6A2AE741-E319-458B-BD0C-092CF497BDDB}" srcOrd="0" destOrd="0" presId="urn:microsoft.com/office/officeart/2005/8/layout/hierarchy3"/>
    <dgm:cxn modelId="{AFB00BF6-B965-4D73-84AF-6EA94D594CBA}" srcId="{EE1ABDBD-5498-4F17-82FC-05E91266CB1A}" destId="{733BA717-26F2-4873-ABCE-06E65846947C}" srcOrd="1" destOrd="0" parTransId="{09B89E1E-AFD6-49DB-BFCE-5A85F82BFEA5}" sibTransId="{DC203315-201E-41DF-9213-1B64C0902FDE}"/>
    <dgm:cxn modelId="{15F1A1C1-3AC9-4795-A476-97263E4D8712}" type="presParOf" srcId="{584145F1-B457-4F96-881F-B54059CE109A}" destId="{D4925C41-955F-4B20-80AD-CEADFA66ACB7}" srcOrd="0" destOrd="0" presId="urn:microsoft.com/office/officeart/2005/8/layout/hierarchy3"/>
    <dgm:cxn modelId="{1764BDF4-5EE6-4EAA-921D-3E78210BAD70}" type="presParOf" srcId="{D4925C41-955F-4B20-80AD-CEADFA66ACB7}" destId="{8E2675E5-90F8-44FD-AD02-3DC52D2C5C7C}" srcOrd="0" destOrd="0" presId="urn:microsoft.com/office/officeart/2005/8/layout/hierarchy3"/>
    <dgm:cxn modelId="{155F3657-37F4-4A2B-AC04-C4B0B7D709F7}" type="presParOf" srcId="{8E2675E5-90F8-44FD-AD02-3DC52D2C5C7C}" destId="{6A2AE741-E319-458B-BD0C-092CF497BDDB}" srcOrd="0" destOrd="0" presId="urn:microsoft.com/office/officeart/2005/8/layout/hierarchy3"/>
    <dgm:cxn modelId="{C3FB4AE1-44FB-4706-908A-78A8483DD5F5}" type="presParOf" srcId="{8E2675E5-90F8-44FD-AD02-3DC52D2C5C7C}" destId="{F3CA4DF6-13B2-4CCB-B808-1B6A8AC9D979}" srcOrd="1" destOrd="0" presId="urn:microsoft.com/office/officeart/2005/8/layout/hierarchy3"/>
    <dgm:cxn modelId="{7AB4F9B5-2824-4DB8-8549-63A7177055B5}" type="presParOf" srcId="{D4925C41-955F-4B20-80AD-CEADFA66ACB7}" destId="{122C3D4A-82E8-4672-9072-B9F280D09869}" srcOrd="1" destOrd="0" presId="urn:microsoft.com/office/officeart/2005/8/layout/hierarchy3"/>
    <dgm:cxn modelId="{B1E6C867-6B01-40C0-841A-316BCE9D96B7}" type="presParOf" srcId="{122C3D4A-82E8-4672-9072-B9F280D09869}" destId="{A05B4FC6-7AD5-4F5F-AD8D-B7927F1710A5}" srcOrd="0" destOrd="0" presId="urn:microsoft.com/office/officeart/2005/8/layout/hierarchy3"/>
    <dgm:cxn modelId="{5C55D580-FDBA-4B19-BB63-F6EBE25F24B6}" type="presParOf" srcId="{122C3D4A-82E8-4672-9072-B9F280D09869}" destId="{AB9E67CC-35D7-45E7-BEF7-30128E0EA1FA}" srcOrd="1" destOrd="0" presId="urn:microsoft.com/office/officeart/2005/8/layout/hierarchy3"/>
    <dgm:cxn modelId="{090168CB-6E5F-4BEA-80C1-B85CF7531A93}" type="presParOf" srcId="{122C3D4A-82E8-4672-9072-B9F280D09869}" destId="{9FC7573C-5E5F-4794-B28B-67E2D17B899A}" srcOrd="2" destOrd="0" presId="urn:microsoft.com/office/officeart/2005/8/layout/hierarchy3"/>
    <dgm:cxn modelId="{E8ECA170-B437-4D2F-99FE-8E6FAD4D214A}" type="presParOf" srcId="{122C3D4A-82E8-4672-9072-B9F280D09869}" destId="{D898734F-4F5A-4EFF-BAF6-24984DC7C6BA}" srcOrd="3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2AE741-E319-458B-BD0C-092CF497BDDB}">
      <dsp:nvSpPr>
        <dsp:cNvPr id="0" name=""/>
        <dsp:cNvSpPr/>
      </dsp:nvSpPr>
      <dsp:spPr>
        <a:xfrm>
          <a:off x="4130761" y="2121"/>
          <a:ext cx="2254076" cy="112703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43180" rIns="6477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400" kern="1200" dirty="0"/>
            <a:t>Hay 2 maneras:</a:t>
          </a:r>
          <a:endParaRPr lang="en-US" sz="3400" kern="1200" dirty="0"/>
        </a:p>
      </dsp:txBody>
      <dsp:txXfrm>
        <a:off x="4163771" y="35131"/>
        <a:ext cx="2188056" cy="1061018"/>
      </dsp:txXfrm>
    </dsp:sp>
    <dsp:sp modelId="{A05B4FC6-7AD5-4F5F-AD8D-B7927F1710A5}">
      <dsp:nvSpPr>
        <dsp:cNvPr id="0" name=""/>
        <dsp:cNvSpPr/>
      </dsp:nvSpPr>
      <dsp:spPr>
        <a:xfrm>
          <a:off x="4356169" y="1129159"/>
          <a:ext cx="225407" cy="8452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45278"/>
              </a:lnTo>
              <a:lnTo>
                <a:pt x="225407" y="845278"/>
              </a:lnTo>
            </a:path>
          </a:pathLst>
        </a:custGeom>
        <a:noFill/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B9E67CC-35D7-45E7-BEF7-30128E0EA1FA}">
      <dsp:nvSpPr>
        <dsp:cNvPr id="0" name=""/>
        <dsp:cNvSpPr/>
      </dsp:nvSpPr>
      <dsp:spPr>
        <a:xfrm>
          <a:off x="4581577" y="1410918"/>
          <a:ext cx="1803261" cy="112703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43180" rIns="6477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Jugada de pase</a:t>
          </a:r>
        </a:p>
      </dsp:txBody>
      <dsp:txXfrm>
        <a:off x="4614587" y="1443928"/>
        <a:ext cx="1737241" cy="1061018"/>
      </dsp:txXfrm>
    </dsp:sp>
    <dsp:sp modelId="{9FC7573C-5E5F-4794-B28B-67E2D17B899A}">
      <dsp:nvSpPr>
        <dsp:cNvPr id="0" name=""/>
        <dsp:cNvSpPr/>
      </dsp:nvSpPr>
      <dsp:spPr>
        <a:xfrm>
          <a:off x="4356169" y="1129159"/>
          <a:ext cx="225407" cy="225407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54076"/>
              </a:lnTo>
              <a:lnTo>
                <a:pt x="225407" y="2254076"/>
              </a:lnTo>
            </a:path>
          </a:pathLst>
        </a:custGeom>
        <a:noFill/>
        <a:ln w="1905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898734F-4F5A-4EFF-BAF6-24984DC7C6BA}">
      <dsp:nvSpPr>
        <dsp:cNvPr id="0" name=""/>
        <dsp:cNvSpPr/>
      </dsp:nvSpPr>
      <dsp:spPr>
        <a:xfrm>
          <a:off x="4581577" y="2819716"/>
          <a:ext cx="1803261" cy="112703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43180" rIns="64770" bIns="4318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Acarreo terrestre</a:t>
          </a:r>
        </a:p>
      </dsp:txBody>
      <dsp:txXfrm>
        <a:off x="4614587" y="2852726"/>
        <a:ext cx="1737241" cy="10610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10T04:57:27.775"/>
    </inkml:context>
    <inkml:brush xml:id="br0">
      <inkml:brushProperty name="width" value="0.2" units="cm"/>
      <inkml:brushProperty name="height" value="0.2" units="cm"/>
      <inkml:brushProperty name="color" value="#33CCFF"/>
      <inkml:brushProperty name="ignorePressure" value="1"/>
    </inkml:brush>
  </inkml:definitions>
  <inkml:trace contextRef="#ctx0" brushRef="#br0">0 0,'17734'0,"-17708"0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10T04:57:35.879"/>
    </inkml:context>
    <inkml:brush xml:id="br0">
      <inkml:brushProperty name="width" value="0.2" units="cm"/>
      <inkml:brushProperty name="height" value="0.2" units="cm"/>
      <inkml:brushProperty name="color" value="#FFC114"/>
      <inkml:brushProperty name="ignorePressure" value="1"/>
    </inkml:brush>
  </inkml:definitions>
  <inkml:trace contextRef="#ctx0" brushRef="#br0">0 0,'1619'0,"-1593"0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10T04:57:40.075"/>
    </inkml:context>
    <inkml:brush xml:id="br0">
      <inkml:brushProperty name="width" value="0.2" units="cm"/>
      <inkml:brushProperty name="height" value="0.2" units="cm"/>
      <inkml:brushProperty name="color" value="#FFC114"/>
      <inkml:brushProperty name="ignorePressure" value="1"/>
    </inkml:brush>
  </inkml:definitions>
  <inkml:trace contextRef="#ctx0" brushRef="#br0">1703 0,'-1667'0,"1632"0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10T05:04:27.557"/>
    </inkml:context>
    <inkml:brush xml:id="br0">
      <inkml:brushProperty name="width" value="0.2" units="cm"/>
      <inkml:brushProperty name="height" value="0.2" units="cm"/>
      <inkml:brushProperty name="color" value="#33CCFF"/>
      <inkml:brushProperty name="ignorePressure" value="1"/>
    </inkml:brush>
  </inkml:definitions>
  <inkml:trace contextRef="#ctx0" brushRef="#br0">1 0,'0'12782,"0"-12758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05:04:54.136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0 1053 24575,'134'2'0,"150"-6"0,-260 1 0,0-1 0,0-1 0,0-2 0,34-13 0,88-48 0,-21 8 0,-89 43 0,0-3 0,57-41 0,0 1 0,-68 43 0,0 0 0,-2-2 0,0 0 0,35-39 0,-54 53 0,-1 0 0,0 0 0,0 0 0,0 0 0,0-1 0,-1 1 0,0-1 0,0 1 0,0-1 0,-1 0 0,0 0 0,0 0 0,0 0 0,-1 0 0,0 0 0,0 0 0,0 0 0,-1 1 0,-2-10 0,-3-10 0,-1-1 0,-1 1 0,-15-28 0,2 1 0,17 40 0,-13-34 0,-12-57 0,21 75 0,5 22 0,1-1 0,0 0 0,1 1 0,-1-1 0,0-13 0,3 19 0,-1-1 0,0 0 0,0 1 0,1-1 0,-1 0 0,0 1 0,1-1 0,0 0 0,-1 1 0,1-1 0,0 1 0,0-1 0,0 1 0,0 0 0,0-1 0,0 1 0,1 0 0,-1-1 0,0 1 0,0 0 0,1 0 0,-1 0 0,1 1 0,-1-1 0,1 0 0,0 0 0,-1 1 0,3-1 0,11-3 0,0 0 0,0 1 0,0 1 0,1 1 0,24 0 0,79 10 0,-99-4 0,0 0 0,0 1 0,0 1 0,-1 1 0,0 1 0,23 15 0,8 2 0,7-4 0,-47-19 0,1 0 0,-1 1 0,0 1 0,0 0 0,9 6 0,-15-8 0,0 0 0,-1 0 0,0 0 0,0 0 0,0 1 0,0 0 0,-1-1 0,1 1 0,-1 0 0,0 0 0,0 0 0,0 1 0,-1-1 0,1 0 0,-1 1 0,1 5 0,2 21 0,-2 0 0,-1 1 0,-1-1 0,-1 1 0,-2-1 0,-1 0 0,-2 0 0,-1 0 0,-1 0 0,-25 57 0,23-59 0,1 1 0,-9 59 0,13-61 0,0 0 0,-2-1 0,-15 39 0,22-65 0,-1 1 0,1-1 0,-1 1 0,0 0 0,0-1 0,0 1 0,0-1 0,0 0 0,0 1 0,0-1 0,0 0 0,0 1 0,0-1 0,-1 0 0,1 0 0,-1 0 0,1 0 0,-1 0 0,-1 0 0,2-1 0,-1 0 0,1 0 0,0 0 0,0 0 0,0 0 0,0-1 0,0 1 0,0 0 0,0-1 0,0 1 0,0-1 0,0 1 0,0-1 0,0 0 0,0 1 0,0-1 0,0 0 0,1 1 0,-1-1 0,0 0 0,-1-2 0,-4-6 0,0-1 0,0 0 0,1 0 0,-6-15 0,8 16 0,-5-14 0,0 0 0,2-1 0,1 0 0,1 0 0,-1-28 0,1 16 0,-11-50 0,2 28 0,11 44 0,0-1 0,-2 0 0,0 1 0,0-1 0,-2 1 0,1 0 0,-13-19 0,5 11 0,1 0 0,1 0 0,0-1 0,-7-28 0,17 50 0,0 0 0,1-1 0,-1 1 0,0 0 0,1 0 0,-1-1 0,1 1 0,0-1 0,-1 1 0,1 0 0,0-1 0,0 1 0,0-1 0,0 1 0,0 0 0,0-1 0,1 1 0,-1-1 0,0 1 0,1 0 0,-1-1 0,1 1 0,-1 0 0,1-1 0,0 1 0,-1 0 0,1 0 0,0 0 0,0 0 0,0-1 0,0 1 0,0 0 0,0 1 0,0-1 0,0 0 0,1 0 0,-1 0 0,0 1 0,0-1 0,1 1 0,-1-1 0,0 1 0,1-1 0,-1 1 0,0 0 0,1-1 0,-1 1 0,1 0 0,1 0 0,3 0 0,0 1 0,-1-1 0,1 1 0,0 0 0,0 1 0,0-1 0,-1 1 0,1 0 0,-1 1 0,9 4 0,-3 0 0,-1 0 0,-1 0 0,1 1 0,-1 0 0,-1 1 0,0 0 0,0 1 0,0-1 0,-1 1 0,-1 1 0,10 18 0,-13-20 0,0 0 0,0 0 0,-1 0 0,0 0 0,0 0 0,-1 0 0,0 0 0,-1 1 0,0-1 0,-1 0 0,0 1 0,0-1 0,-1 0 0,0 0 0,-6 16 0,0-2-111,11-25 260,16-38-332,-10 21-1037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10T05:07:35.121"/>
    </inkml:context>
    <inkml:brush xml:id="br0">
      <inkml:brushProperty name="width" value="0.2" units="cm"/>
      <inkml:brushProperty name="height" value="0.2" units="cm"/>
      <inkml:brushProperty name="color" value="#FFC114"/>
      <inkml:brushProperty name="ignorePressure" value="1"/>
    </inkml:brush>
  </inkml:definitions>
  <inkml:trace contextRef="#ctx0" brushRef="#br0">0 1,'0'12494,"0"-12460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1-10T05:07:45.804"/>
    </inkml:context>
    <inkml:brush xml:id="br0">
      <inkml:brushProperty name="width" value="0.2" units="cm"/>
      <inkml:brushProperty name="height" value="0.2" units="cm"/>
      <inkml:brushProperty name="color" value="#33CCFF"/>
      <inkml:brushProperty name="ignorePressure" value="1"/>
    </inkml:brush>
  </inkml:definitions>
  <inkml:trace contextRef="#ctx0" brushRef="#br0">0 1,'0'12928,"0"-13532,0 568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05:25:48.575"/>
    </inkml:context>
    <inkml:brush xml:id="br0">
      <inkml:brushProperty name="width" value="0.2" units="cm"/>
      <inkml:brushProperty name="height" value="0.2" units="cm"/>
      <inkml:brushProperty name="color" value="#33CCFF"/>
    </inkml:brush>
  </inkml:definitions>
  <inkml:trace contextRef="#ctx0" brushRef="#br0">0 1544 24575,'8'-11'0,"0"0"0,0 0 0,1 1 0,1 0 0,0 1 0,0 0 0,1 0 0,0 1 0,20-11 0,14-12 0,13-15 0,1 4 0,2 2 0,2 2 0,2 4 0,88-35 0,77-21 0,28-31 0,-88 37 0,104-31 0,-69 31 0,-142 61 0,133-31 0,-93 29 0,279-65 0,-369 87 0,344-67 0,-257 58 0,243-18 0,-209 22 0,148-26 0,-154 15 0,175-4 0,-229 19 0,0-3 0,104-24 0,9-1 0,17 22 0,-134 9 0,93-12 0,228-39 0,-205 37 0,256 12 0,-213 6 0,-151-2 0,-4 0 0,0-2 0,99-16 0,-77 5 0,0 4 0,127 5 0,28 0 0,-81-17 0,18 0 0,514 16 0,-364 7 0,532-3 0,-737 6 0,172 30 0,86 5 0,-310-34 0,142 28 0,31 4 0,-54-13 0,-61-6 0,-98-13 0,80 24 0,-80-19 0,71 12 0,487 101 0,-283-51 0,-284-67 0,80 17 0,129 44 0,-222-61 0,27 9 0,76 38 0,23 11 0,-54-27 0,-13-5 0,94 47 0,81 44 0,-52-26 0,-115-56 0,-14-7 0,88 57 0,-145-79 0,0 1 0,0 0 0,-2 1 0,0 0 0,0 1 0,13 24 0,-9-15 0,37 42 0,-34-46 0,-8-7 0,1-1 0,1-1 0,26 20 0,-35-29 0,-1 0 0,1-1 0,0 1 0,0-1 0,0 0 0,1-1 0,-1 1 0,0-1 0,1 0 0,-1 0 0,1-1 0,-1 1 0,1-1 0,-1-1 0,0 1 0,1-1 0,5-1 0,6-4 0,0-1 0,0 0 0,-1-1 0,0-1 0,0-1 0,-1 0 0,0-1 0,-1-1 0,-1 0 0,13-14 0,-11 11 0,0 1 0,1 0 0,1 2 0,0-1 0,1 2 0,33-16 0,-50 26 0,-1 1 0,1-1 0,0 1 0,0 0 0,-1-1 0,1 1 0,0 0 0,0-1 0,0 1 0,0 0 0,-1 0 0,1 0 0,0 0 0,0 0 0,0 0 0,0 0 0,-1 0 0,1 0 0,0 0 0,0 1 0,0-1 0,1 1 0,-7 14 0,-32 31 0,27-34 0,-58 88 0,-25 33 0,71-108 0,-1-1 0,-2-1 0,0-1 0,-31 20 0,-14 12 0,-11 0 0,66-45 0,1-1 0,-1 2 0,2 0 0,-1 1 0,1 0 0,1 1 0,-20 23 0,32-34 0,-1 0 0,0 0 0,0 0 0,1 0 0,-1 1 0,0-1 0,1 0 0,-1 0 0,1 1 0,0-1 0,-1 1 0,1-1 0,0 0 0,0 1 0,0-1 0,0 0 0,0 1 0,0-1 0,0 1 0,1-1 0,-1 0 0,0 1 0,1-1 0,-1 0 0,2 3 0,0-2 0,0 1 0,0-1 0,0 0 0,0 1 0,1-1 0,-1 0 0,1 0 0,0-1 0,-1 1 0,1-1 0,3 2 0,11 4 0,-1-2 0,1 0 0,22 3 0,-34-7 0,53 7 0,1-2 0,0-4 0,83-5 0,93 3 0,-202 9 0,-29-8 0,0 0 0,-1 1 0,1-1 0,0 0 0,0-1 0,0 1 0,0-1 0,0 0 0,0 0 0,7-1 0,-10 1 0,-1-1 0,1 0 0,-1 0 0,0 0 0,0 0 0,1 0 0,-1 0 0,0 0 0,0 0 0,0 0 0,0 0 0,0 0 0,0 0 0,0 0 0,-1 0 0,1 0 0,0 0 0,0 0 0,-1 0 0,1 0 0,-1 0 0,0-2 0,-11-28 0,10 28 0,-11-27 0,0-2 0,2 1 0,2-1 0,1-1 0,1 1 0,2-1 0,-1-36 0,3 31 0,-15-70 0,11 70 0,-6-70 0,12 42 0,3 168 0,-3 155 0,1-250 0,-1-1 0,0 1 0,0-1 0,0 0 0,-1 0 0,0 0 0,0 0 0,-1 0 0,0 0 0,0 0 0,0-1 0,0 1 0,-6 6 0,4-8 0,1 0 0,-1-1 0,1 1 0,-1-1 0,0 0 0,0-1 0,0 1 0,-1-1 0,1 0 0,-1 0 0,1-1 0,-1 1 0,1-1 0,-12 0 0,-48 1-1365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05:39:22.979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83 24575,'30'30'0,"1"-2"0,1 0 0,1-3 0,1 0 0,43 22 0,-42-34 0,1-1 0,0-1 0,0-2 0,1-2 0,0-1 0,46 1 0,345-2 0,-225-8 0,-182 3 0,-1-1 0,1 0 0,-1-2 0,1 0 0,-1-2 0,0 0 0,-1-1 0,1-1 0,-1-1 0,0 0 0,29-19 0,102-49 0,-26 15 0,-87 41 0,0-2 0,53-42 0,-88 62-71,-1 1 9,0 0 0,0 0 1,0 0-1,1-1 1,-1 1-1,0 1 0,1-1 1,-1 0-1,1 0 1,-1 0-1,1 1 0,-1-1 1,1 1-1,-1-1 1,1 1-1,-1 0 0,1-1 1,0 1-1,-1 0 1,3 0-1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05:39:26.427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0 24575,'135'146'0,"-6"-6"0,-119-132 0,0 0 0,0-1 0,1 0 0,0-1 0,1 0 0,-1-1 0,1 0 0,0 0 0,19 3 0,5 0 0,-1-1 0,41 1 0,347-4 0,-218-7 0,-170 3 0,5 1 0,-1-2 0,43-7 0,-69 6 0,0-1 0,0-1 0,0 0 0,0 0 0,-1-1 0,0-1 0,0 0 0,-1-1 0,1 0 0,11-10 0,5-4 0,60-34 0,-62 41 0,0-2 0,-1-1 0,32-27 0,-50 38-273,0 0 0,0 1 0,1 0 0,12-7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05:39:29.25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 24575,'2'6'0,"0"0"0,0 0 0,1-1 0,0 1 0,0 0 0,1-1 0,-1 0 0,1 0 0,0 0 0,1 0 0,8 7 0,-5-3 0,11 11 0,0 0 0,1-2 0,1 0 0,1-1 0,0-1 0,1-1 0,1-1 0,0-1 0,1-1 0,32 11 0,-11-7 0,1-2 0,0-2 0,0-2 0,1-3 0,53 3 0,607-13 0,-695 3 0,0-1 0,-1-1 0,1 0 0,-1 0 0,0-1 0,0-1 0,0 0 0,0-1 0,0 0 0,-1 0 0,15-11 0,70-32 0,-66 35 0,-2-2 0,1 0 0,26-21 0,-24 11-341,0-2 0,-2-1-1,33-40 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05:39:31.221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3 0 24575,'-1'45'0,"0"-24"0,0 0 0,2 0 0,0 0 0,8 33 0,-8-48 0,1 0 0,0 0 0,1 0 0,-1 0 0,1-1 0,0 1 0,1-1 0,-1 0 0,1 0 0,0 0 0,0 0 0,1-1 0,-1 0 0,1 0 0,0 0 0,0 0 0,0-1 0,1 0 0,-1 0 0,7 3 0,70 27 0,116 33 0,-151-55 0,1-1 0,0-3 0,0-1 0,57-2 0,602-8 0,-682 3 0,0-1 0,-1-2 0,1 0 0,-1-1 0,46-18 0,-22 3 0,83-46 0,-113 57 0,-1-1 0,0 0 0,-1-2 0,0 0 0,0 0 0,-2-2 0,0 0 0,0 0 0,-1-2 0,-1 1 0,16-27 0,-13 16-1365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05:39:33.283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35 24575,'0'3'0,"1"0"0,-1 0 0,1 0 0,0 0 0,1 0 0,-1 0 0,0-1 0,1 1 0,-1 0 0,1-1 0,0 1 0,3 3 0,31 31 0,-22-23 0,29 27 0,1-1 0,3-2 0,1-2 0,96 54 0,-36-35 0,156 57 0,-231-101 0,1-1 0,0-2 0,0-2 0,0-1 0,37 1 0,178-9 0,-87-2 0,-141 5 0,-1 0 0,0-2 0,34-6 0,-44 5 0,0 0 0,-1-1 0,1 0 0,-1 0 0,0-1 0,-1 0 0,1 0 0,-1-1 0,11-10 0,40-32 0,-41 35 0,-1-1 0,0 0 0,-2-1 0,27-32 0,3-4 0,-36 42 0,0-1 0,0 1 0,-1-2 0,-1 1 0,11-18 0,-9 10-151,-1-1-1,-1 0 0,-1 0 0,0 0 1,-1 0-1,-2-1 0,0 0 1,1-24-1,-3 10-6674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05:39:35.16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17 24575,'2'7'0,"0"0"0,1 0 0,0 0 0,1 0 0,-1-1 0,1 1 0,0-1 0,8 9 0,1 3 0,-1-1 0,1 0 0,0-1 0,1 0 0,0-1 0,2-1 0,0-1 0,33 23 0,6-4 0,73 32 0,26 15 0,-137-70 0,0 0 0,1-1 0,0-1 0,0-1 0,1-1 0,-1-1 0,1 0 0,28 2 0,16-4 0,79-5 0,-38-1 0,-103 4 0,39 0 0,0-2 0,57-10 0,-84 10 0,1-2 0,-1 0 0,-1-1 0,1 0 0,0 0 0,-1-2 0,0 1 0,-1-2 0,0 0 0,20-17 0,19-19 0,93-61 0,-62 59 0,-60 35 0,0 0 0,0-2 0,-1 0 0,18-17 0,-31 24-83,5-4-100,0-1 0,-1 0 0,0-1 0,-1 0-1,0-1 1,13-22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05:39:37.17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0 101 24575,'13'2'0,"-1"1"0,1 0 0,-1 1 0,0 0 0,0 1 0,0 0 0,-1 1 0,17 11 0,-13-8 0,31 18 0,0-3 0,2-2 0,56 18 0,-38-19 0,1-3 0,1-3 0,87 8 0,128 11 0,-218-24 0,21 8 0,-59-11 0,0-1 0,39 3 0,-44-9 0,-1 0 0,1-2 0,0 0 0,0-2 0,-1 0 0,0-2 0,0 0 0,0-1 0,-1-1 0,0-1 0,0-1 0,-1 0 0,26-20 0,-34 21 0,-2 0 0,1 0 0,-1-1 0,-1-1 0,1 1 0,9-19 0,-11 18 0,0 0 0,1 1 0,0-1 0,0 1 0,1 1 0,1 0 0,14-11 0,-9 8-136,-1 0-1,0 0 1,0-2-1,-1 1 1,-1-2-1,-1 1 1,0-2-1,0 0 0,7-17 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05:39:39.824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0 1 24575,'54'51'0,"86"64"0,-117-98 0,1-2 0,1-1 0,0-1 0,1 0 0,0-2 0,55 14 0,-6-6 0,1-4 0,1-3 0,108 2 0,-131-12 0,91 16 0,-86-8 0,65 1 0,274-11 0,-181-1 0,-194-1 0,0-1 0,-1-1 0,0 0 0,0-2 0,0-1 0,0-1 0,-1 0 0,-1-2 0,1 0 0,36-26 0,-44 25-37,-1 0 0,-1-1 0,1-1 0,-2 0 0,0 0 0,16-28 0,-8 13-1069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0T05:39:41.135"/>
    </inkml:context>
    <inkml:brush xml:id="br0">
      <inkml:brushProperty name="width" value="0.2" units="cm"/>
      <inkml:brushProperty name="height" value="0.2" units="cm"/>
      <inkml:brushProperty name="color" value="#FFC114"/>
    </inkml:brush>
  </inkml:definitions>
  <inkml:trace contextRef="#ctx0" brushRef="#br0">1 47 24575,'47'0'0,"1"-2"0,-1-2 0,76-16 0,-90 13 0,-1 2 0,1 1 0,-1 1 0,1 2 0,39 3 0,-68-1 2,-1-1-1,1 1 1,0 0-1,0 0 1,0 0-1,0 0 0,-1 1 1,1 0-1,-1 0 1,1 0-1,-1 0 1,1 0-1,-1 0 1,0 1-1,0 0 1,-1 0-1,1-1 1,0 2-1,-1-1 0,0 0 1,1 0-1,-1 1 1,-1-1-1,1 1 1,2 6-1,1 8-38,-1 0 1,-1 0-1,0 0 0,0 28 0,3 18-1182,1-26-5607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A279F3-33E7-8458-EF2A-B8FCAF6915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1917F2E-1398-56BB-920D-B7AD0BA0BA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8556E1-7C0B-2446-3162-8A218FFBD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24E9F-270F-4BE1-8713-B0538C99E702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563AEDC-2BCD-5C6A-9183-D16B3C303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B58807-283F-C892-F59B-BF894ED44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CD230-3EBD-4C47-954A-9E3F0F94886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443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DF05DD-EC63-F37B-4068-72CE96766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FB23498-901B-7E2A-F670-10D4ED71D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153AB10-09FE-BFE7-F0BA-E5A95FFFF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24E9F-270F-4BE1-8713-B0538C99E702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79BDA-9950-5614-F1F4-ED8320F71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DB6E6E-1C80-96EA-ECA6-9FF35F9A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CD230-3EBD-4C47-954A-9E3F0F94886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313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29B705-0398-E383-CC16-953115FBF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0B31036-F13C-A851-0B62-EBF1F689F4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1B0707B-78F2-6726-0C5C-5C407B269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24E9F-270F-4BE1-8713-B0538C99E702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2929A9-012E-2CFF-2E14-B9AA9254C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F9528F6-2472-F19E-C4C3-CE474B22E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CD230-3EBD-4C47-954A-9E3F0F94886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16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00D2A5-C881-1546-603A-B0E147128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1B9BB1B-73F7-9D6D-3842-F49A8E2E49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9B27239-6BEC-4280-141D-A2C26031E9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6F83E57-D07A-C711-878D-96A67D436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24E9F-270F-4BE1-8713-B0538C99E702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5E7828E-19E5-22F1-19CD-D2354CCFA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F5CA629-48AD-26AB-1B62-DD5587FD4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CD230-3EBD-4C47-954A-9E3F0F94886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07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F97961-157A-D9B2-0B2D-21577E75B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BA2DF65-8261-BE68-DA5D-C2AB32948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487D757-5DA9-EBB9-E0BC-C3A32B961E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4BEFFCD-5E20-19AC-0FE7-85E324AB4A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EA773D9-D1EE-5A12-CB9F-A88A146EB1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7838D9D-4EF9-414F-87AF-EC98E759A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24E9F-270F-4BE1-8713-B0538C99E702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F42BF02-9A5B-3264-6572-6E9963CF3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3CC0BCB-19B6-B280-DF57-8C6AD78FC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CD230-3EBD-4C47-954A-9E3F0F94886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588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8294EB-D8D8-95DA-F262-6772E80F4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01EF36-6DE7-7D53-36B7-2641C81C7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24E9F-270F-4BE1-8713-B0538C99E702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D60E434-0C8A-A00B-37D8-545708DF4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2C31662-79EF-053C-C151-BA4874F96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CD230-3EBD-4C47-954A-9E3F0F94886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0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16A7621-F416-0A2D-B21F-D1CFF1AB8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24E9F-270F-4BE1-8713-B0538C99E702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3A47278-DF00-E76B-39DC-19F8DF7D1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26E19F2-B5EF-5235-7F9F-EB41A23AC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CD230-3EBD-4C47-954A-9E3F0F94886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612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984A05-A5B7-B0AD-6E28-C2718B8A7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88A9C6-44D0-8331-9027-6AE53225ED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87A424D-113C-B31D-91A5-9BD5CADD21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A7A7CFB-16A7-4074-EAFB-57801825E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24E9F-270F-4BE1-8713-B0538C99E702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3AB4A00-32F7-1CEA-ECC8-8C1BF8E02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4363637-F7C6-1DE1-B737-08EA11513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CD230-3EBD-4C47-954A-9E3F0F94886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3378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CA6FF-356D-6F02-AAF0-AF815EEAD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7873B0CC-EEA9-6500-E515-E5383B9DC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19C03E7-0CAB-29A0-588C-337D3C486A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98D14EB-F780-37A4-795C-C72394F37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24E9F-270F-4BE1-8713-B0538C99E702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862E568-FBA0-FE42-8D6D-96D2282F5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FA558F2-B673-A68D-D831-76B80096F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CD230-3EBD-4C47-954A-9E3F0F94886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7561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E1F54E-589E-0899-7A37-4A309E8CD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BC6A852-4CD4-22D5-1D81-4A77407198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2B28743-8E8A-161D-8333-A37BEABC0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24E9F-270F-4BE1-8713-B0538C99E702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785234F-ED21-C5F6-BC1A-1E31491A0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E9CD0A9-F8B8-D927-F757-4377B5940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CD230-3EBD-4C47-954A-9E3F0F94886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129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3841735-C268-CF54-692B-8305DE5C2D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3962EF7-BD6A-6970-4A45-0D8644010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D671C0-3B17-5CDF-DB8C-26BD75A12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424E9F-270F-4BE1-8713-B0538C99E702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E837D71-7E39-1B65-1A6A-F0B8268B7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8135D51-41A8-84C2-AC56-ACD316167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ECD230-3EBD-4C47-954A-9E3F0F94886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368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A7B0478-7046-04F6-D308-104DEA1B7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CCBEBF2-0244-378D-495B-28D2695999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20BBECE-B264-2E5A-2E0B-9284DEA08B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424E9F-270F-4BE1-8713-B0538C99E702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D20624-D343-446B-ECC5-B71C2322A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3CF1E2E-D0A0-D3B2-1721-FEF1576763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ECD230-3EBD-4C47-954A-9E3F0F94886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021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gamblingsites.com/news/2021-nfl-odds-each-teams-projected-win-total-for-the-new-season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hyperlink" Target="https://openclipart.org/detail/213458/american-football-stadium-by-ezequias-213458" TargetMode="External"/><Relationship Id="rId7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3.png"/><Relationship Id="rId4" Type="http://schemas.openxmlformats.org/officeDocument/2006/relationships/customXml" Target="../ink/ink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213458/american-football-stadium-by-ezequias-213458" TargetMode="External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.xml"/><Relationship Id="rId5" Type="http://schemas.openxmlformats.org/officeDocument/2006/relationships/image" Target="../media/image6.png"/><Relationship Id="rId4" Type="http://schemas.openxmlformats.org/officeDocument/2006/relationships/customXml" Target="../ink/ink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213458/american-football-stadium-by-ezequias-213458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.xml"/><Relationship Id="rId5" Type="http://schemas.openxmlformats.org/officeDocument/2006/relationships/image" Target="../media/image8.png"/><Relationship Id="rId4" Type="http://schemas.openxmlformats.org/officeDocument/2006/relationships/customXml" Target="../ink/ink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Tom_Brady" TargetMode="External"/><Relationship Id="rId7" Type="http://schemas.openxmlformats.org/officeDocument/2006/relationships/image" Target="../media/image12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.xml"/><Relationship Id="rId5" Type="http://schemas.openxmlformats.org/officeDocument/2006/relationships/hyperlink" Target="https://nflhu.blog.hu/2018/09/24/minden_idok_egyik_legjobb_evfolyama_111" TargetMode="Externa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xhere.com/en/photo/743815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nflhu.blog.hu/page/7" TargetMode="External"/><Relationship Id="rId4" Type="http://schemas.openxmlformats.org/officeDocument/2006/relationships/image" Target="../media/image6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ustomXml" Target="../ink/ink11.xml"/><Relationship Id="rId13" Type="http://schemas.openxmlformats.org/officeDocument/2006/relationships/image" Target="../media/image19.png"/><Relationship Id="rId18" Type="http://schemas.openxmlformats.org/officeDocument/2006/relationships/customXml" Target="../ink/ink16.xml"/><Relationship Id="rId3" Type="http://schemas.openxmlformats.org/officeDocument/2006/relationships/hyperlink" Target="https://openclipart.org/detail/213458/american-football-stadium-by-ezequias-213458" TargetMode="External"/><Relationship Id="rId21" Type="http://schemas.openxmlformats.org/officeDocument/2006/relationships/image" Target="../media/image23.png"/><Relationship Id="rId7" Type="http://schemas.openxmlformats.org/officeDocument/2006/relationships/image" Target="../media/image16.png"/><Relationship Id="rId12" Type="http://schemas.openxmlformats.org/officeDocument/2006/relationships/customXml" Target="../ink/ink13.xml"/><Relationship Id="rId17" Type="http://schemas.openxmlformats.org/officeDocument/2006/relationships/image" Target="../media/image21.png"/><Relationship Id="rId2" Type="http://schemas.openxmlformats.org/officeDocument/2006/relationships/image" Target="../media/image2.png"/><Relationship Id="rId16" Type="http://schemas.openxmlformats.org/officeDocument/2006/relationships/customXml" Target="../ink/ink15.xml"/><Relationship Id="rId20" Type="http://schemas.openxmlformats.org/officeDocument/2006/relationships/customXml" Target="../ink/ink1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0.xml"/><Relationship Id="rId11" Type="http://schemas.openxmlformats.org/officeDocument/2006/relationships/image" Target="../media/image18.png"/><Relationship Id="rId5" Type="http://schemas.openxmlformats.org/officeDocument/2006/relationships/image" Target="../media/image15.png"/><Relationship Id="rId15" Type="http://schemas.openxmlformats.org/officeDocument/2006/relationships/image" Target="../media/image20.png"/><Relationship Id="rId10" Type="http://schemas.openxmlformats.org/officeDocument/2006/relationships/customXml" Target="../ink/ink12.xml"/><Relationship Id="rId19" Type="http://schemas.openxmlformats.org/officeDocument/2006/relationships/image" Target="../media/image22.png"/><Relationship Id="rId4" Type="http://schemas.openxmlformats.org/officeDocument/2006/relationships/customXml" Target="../ink/ink9.xml"/><Relationship Id="rId9" Type="http://schemas.openxmlformats.org/officeDocument/2006/relationships/image" Target="../media/image17.png"/><Relationship Id="rId14" Type="http://schemas.openxmlformats.org/officeDocument/2006/relationships/customXml" Target="../ink/ink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Touchdown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rayterrill/6381144773" TargetMode="External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osicionesfootballa.blogspot.com/2015/10/" TargetMode="External"/><Relationship Id="rId4" Type="http://schemas.openxmlformats.org/officeDocument/2006/relationships/image" Target="../media/image9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jjway2006/3886533184/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dfreephotos.com/people/the-line-of-a-football-team.jpg.php" TargetMode="External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juggernautco/5647809356/" TargetMode="External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achhoover.blogspot.com/2012/06/pursuit-drills.html" TargetMode="External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ro.wikipedia.org/wiki/Fotbal_american" TargetMode="External"/><Relationship Id="rId4" Type="http://schemas.openxmlformats.org/officeDocument/2006/relationships/image" Target="../media/image15.jp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gamblingsites.com/news/2022-nfl-draft-spencer-rattler-favored-to-be-first-overall-pick/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ca.wikipedia.org/wiki/National_Football_League" TargetMode="External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gamblingsites.com/news/indianapolis-colts-eason-favored-to-start-game-1-of-2021-season/" TargetMode="External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ornitorrincodigital.com/2013/02/04/curacion-de-enlaces-edicion-especial-super-bowl-47/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1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n 5" descr="Imagen que contiene parada, firmar, foto, alfombra&#10;&#10;El contenido generado por IA puede ser incorrecto.">
            <a:extLst>
              <a:ext uri="{FF2B5EF4-FFF2-40B4-BE49-F238E27FC236}">
                <a16:creationId xmlns:a16="http://schemas.microsoft.com/office/drawing/2014/main" id="{4CFD6CF6-F3AE-9398-E831-4249C1FFC3A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25"/>
          <a:stretch>
            <a:fillRect/>
          </a:stretch>
        </p:blipFill>
        <p:spPr>
          <a:xfrm>
            <a:off x="20" y="10"/>
            <a:ext cx="12188930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585691A-F98E-B627-C56D-55A21B2BA5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63240"/>
          </a:xfrm>
        </p:spPr>
        <p:txBody>
          <a:bodyPr>
            <a:normAutofit/>
          </a:bodyPr>
          <a:lstStyle/>
          <a:p>
            <a:r>
              <a:rPr lang="es-MX" sz="6100">
                <a:solidFill>
                  <a:schemeClr val="bg1"/>
                </a:solidFill>
              </a:rPr>
              <a:t>Factores Determinantes en el Porcentaje de Victorias en la NFL: Temporada 2023</a:t>
            </a:r>
            <a:endParaRPr lang="en-US" sz="6100">
              <a:solidFill>
                <a:schemeClr val="bg1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2B747A6-6BC9-E547-85E8-055567A7D4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536192"/>
          </a:xfrm>
        </p:spPr>
        <p:txBody>
          <a:bodyPr>
            <a:normAutofit/>
          </a:bodyPr>
          <a:lstStyle/>
          <a:p>
            <a:r>
              <a:rPr lang="es-MX">
                <a:solidFill>
                  <a:schemeClr val="bg1"/>
                </a:solidFill>
              </a:rPr>
              <a:t>Daniel Jesús Cascante Espinoza</a:t>
            </a:r>
          </a:p>
          <a:p>
            <a:r>
              <a:rPr lang="es-MX">
                <a:solidFill>
                  <a:schemeClr val="bg1"/>
                </a:solidFill>
              </a:rPr>
              <a:t>C4D841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17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368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17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780BFEA-B92A-F0B4-47BD-C04E40EAB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Antes que nada, ¿cómo se juega al fútbol americano?</a:t>
            </a:r>
          </a:p>
        </p:txBody>
      </p:sp>
      <p:sp>
        <p:nvSpPr>
          <p:cNvPr id="27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114B4D0-E4A7-0D4E-CC55-20C04445A8F6}"/>
              </a:ext>
            </a:extLst>
          </p:cNvPr>
          <p:cNvSpPr txBox="1"/>
          <p:nvPr/>
        </p:nvSpPr>
        <p:spPr>
          <a:xfrm>
            <a:off x="4654295" y="502920"/>
            <a:ext cx="6894576" cy="14630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/>
              <a:t>Datos </a:t>
            </a:r>
            <a:r>
              <a:rPr lang="en-US" sz="2000" dirty="0" err="1"/>
              <a:t>más</a:t>
            </a:r>
            <a:r>
              <a:rPr lang="en-US" sz="2000" dirty="0"/>
              <a:t> </a:t>
            </a:r>
            <a:r>
              <a:rPr lang="en-US" sz="2000" dirty="0" err="1"/>
              <a:t>importantes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Cada </a:t>
            </a:r>
            <a:r>
              <a:rPr lang="en-US" sz="2000" dirty="0" err="1"/>
              <a:t>equipo</a:t>
            </a:r>
            <a:r>
              <a:rPr lang="en-US" sz="2000" dirty="0"/>
              <a:t> </a:t>
            </a:r>
            <a:r>
              <a:rPr lang="en-US" sz="2000" dirty="0" err="1"/>
              <a:t>tiene</a:t>
            </a:r>
            <a:r>
              <a:rPr lang="en-US" sz="2000" dirty="0"/>
              <a:t> 53 </a:t>
            </a:r>
            <a:r>
              <a:rPr lang="en-US" sz="2000" dirty="0" err="1"/>
              <a:t>jugadores</a:t>
            </a:r>
            <a:r>
              <a:rPr lang="en-US" sz="2000" dirty="0"/>
              <a:t>, </a:t>
            </a:r>
            <a:r>
              <a:rPr lang="en-US" sz="2000" dirty="0" err="1"/>
              <a:t>pero</a:t>
            </a:r>
            <a:r>
              <a:rPr lang="en-US" sz="2000" dirty="0"/>
              <a:t> se </a:t>
            </a:r>
            <a:r>
              <a:rPr lang="en-US" sz="2000" dirty="0" err="1"/>
              <a:t>juega</a:t>
            </a:r>
            <a:r>
              <a:rPr lang="en-US" sz="2000" dirty="0"/>
              <a:t> 11 vs. 11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Los </a:t>
            </a:r>
            <a:r>
              <a:rPr lang="en-US" sz="2000" dirty="0" err="1"/>
              <a:t>jugadores</a:t>
            </a:r>
            <a:r>
              <a:rPr lang="en-US" sz="2000" dirty="0"/>
              <a:t> </a:t>
            </a:r>
            <a:r>
              <a:rPr lang="en-US" sz="2000" dirty="0" err="1"/>
              <a:t>tienen</a:t>
            </a:r>
            <a:r>
              <a:rPr lang="en-US" sz="2000" dirty="0"/>
              <a:t> </a:t>
            </a:r>
            <a:r>
              <a:rPr lang="en-US" sz="2000" dirty="0" err="1"/>
              <a:t>diferentes</a:t>
            </a:r>
            <a:r>
              <a:rPr lang="en-US" sz="2000" dirty="0"/>
              <a:t> roles: </a:t>
            </a:r>
            <a:r>
              <a:rPr lang="en-US" sz="2000" dirty="0" err="1"/>
              <a:t>defensivo</a:t>
            </a:r>
            <a:r>
              <a:rPr lang="en-US" sz="2000" dirty="0"/>
              <a:t>, </a:t>
            </a:r>
            <a:r>
              <a:rPr lang="en-US" sz="2000" dirty="0" err="1"/>
              <a:t>ofensivo</a:t>
            </a:r>
            <a:r>
              <a:rPr lang="en-US" sz="2000" dirty="0"/>
              <a:t> y/o </a:t>
            </a:r>
            <a:r>
              <a:rPr lang="en-US" sz="2000" dirty="0" err="1"/>
              <a:t>equipos</a:t>
            </a:r>
            <a:r>
              <a:rPr lang="en-US" sz="2000" dirty="0"/>
              <a:t> </a:t>
            </a:r>
            <a:r>
              <a:rPr lang="en-US" sz="2000" dirty="0" err="1"/>
              <a:t>especiales</a:t>
            </a:r>
            <a:endParaRPr lang="en-US" sz="2000" dirty="0"/>
          </a:p>
        </p:txBody>
      </p:sp>
      <p:pic>
        <p:nvPicPr>
          <p:cNvPr id="5" name="Marcador de contenido 4" descr="Un conjunto de letras blancas en un fondo blanco&#10;&#10;El contenido generado por IA puede ser incorrecto.">
            <a:extLst>
              <a:ext uri="{FF2B5EF4-FFF2-40B4-BE49-F238E27FC236}">
                <a16:creationId xmlns:a16="http://schemas.microsoft.com/office/drawing/2014/main" id="{5B09B4F4-4713-4EE3-AC74-B61670AE58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922165" y="2290936"/>
            <a:ext cx="8335478" cy="395935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58FB58FC-CBB9-EEB7-F30F-C6F3F6742F2E}"/>
                  </a:ext>
                </a:extLst>
              </p14:cNvPr>
              <p14:cNvContentPartPr/>
              <p14:nvPr/>
            </p14:nvContentPartPr>
            <p14:xfrm>
              <a:off x="2878123" y="6087848"/>
              <a:ext cx="6393960" cy="360"/>
            </p14:xfrm>
          </p:contentPart>
        </mc:Choice>
        <mc:Fallback xmlns=""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58FB58FC-CBB9-EEB7-F30F-C6F3F6742F2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842123" y="6051848"/>
                <a:ext cx="64656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" name="Entrada de lápiz 8">
                <a:extLst>
                  <a:ext uri="{FF2B5EF4-FFF2-40B4-BE49-F238E27FC236}">
                    <a16:creationId xmlns:a16="http://schemas.microsoft.com/office/drawing/2014/main" id="{B690E14E-8DA3-33CF-5388-C45FF448D701}"/>
                  </a:ext>
                </a:extLst>
              </p14:cNvPr>
              <p14:cNvContentPartPr/>
              <p14:nvPr/>
            </p14:nvContentPartPr>
            <p14:xfrm>
              <a:off x="2233363" y="6087848"/>
              <a:ext cx="592560" cy="360"/>
            </p14:xfrm>
          </p:contentPart>
        </mc:Choice>
        <mc:Fallback xmlns="">
          <p:pic>
            <p:nvPicPr>
              <p:cNvPr id="9" name="Entrada de lápiz 8">
                <a:extLst>
                  <a:ext uri="{FF2B5EF4-FFF2-40B4-BE49-F238E27FC236}">
                    <a16:creationId xmlns:a16="http://schemas.microsoft.com/office/drawing/2014/main" id="{B690E14E-8DA3-33CF-5388-C45FF448D70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197363" y="6051848"/>
                <a:ext cx="6642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0" name="Entrada de lápiz 9">
                <a:extLst>
                  <a:ext uri="{FF2B5EF4-FFF2-40B4-BE49-F238E27FC236}">
                    <a16:creationId xmlns:a16="http://schemas.microsoft.com/office/drawing/2014/main" id="{A15EC3A0-9E30-1052-919D-CB989C36030F}"/>
                  </a:ext>
                </a:extLst>
              </p14:cNvPr>
              <p14:cNvContentPartPr/>
              <p14:nvPr/>
            </p14:nvContentPartPr>
            <p14:xfrm>
              <a:off x="9325363" y="6087848"/>
              <a:ext cx="613440" cy="360"/>
            </p14:xfrm>
          </p:contentPart>
        </mc:Choice>
        <mc:Fallback xmlns="">
          <p:pic>
            <p:nvPicPr>
              <p:cNvPr id="10" name="Entrada de lápiz 9">
                <a:extLst>
                  <a:ext uri="{FF2B5EF4-FFF2-40B4-BE49-F238E27FC236}">
                    <a16:creationId xmlns:a16="http://schemas.microsoft.com/office/drawing/2014/main" id="{A15EC3A0-9E30-1052-919D-CB989C36030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289723" y="6051848"/>
                <a:ext cx="685080" cy="7200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CuadroTexto 2">
            <a:extLst>
              <a:ext uri="{FF2B5EF4-FFF2-40B4-BE49-F238E27FC236}">
                <a16:creationId xmlns:a16="http://schemas.microsoft.com/office/drawing/2014/main" id="{491374DA-D92D-ADE7-248E-C398516A8E3F}"/>
              </a:ext>
            </a:extLst>
          </p:cNvPr>
          <p:cNvSpPr txBox="1"/>
          <p:nvPr/>
        </p:nvSpPr>
        <p:spPr>
          <a:xfrm>
            <a:off x="5421137" y="6207773"/>
            <a:ext cx="1337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100 yardas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0218359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CD2346-BA02-CA69-61DF-59662B9FF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9A1F4656-FFDA-4BA3-8516-90E58C01A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B018903-3549-4A3B-A9DF-B26757CAA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E5D3F77-D07F-4F7D-97A2-E36683020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25">
              <a:extLst>
                <a:ext uri="{FF2B5EF4-FFF2-40B4-BE49-F238E27FC236}">
                  <a16:creationId xmlns:a16="http://schemas.microsoft.com/office/drawing/2014/main" id="{DC6F5A2D-56A0-4ED7-A3E2-3CF67608FC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C6B1A4CB-39FC-CFD0-82CE-19876EE58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7" y="458033"/>
            <a:ext cx="5257798" cy="726224"/>
          </a:xfrm>
        </p:spPr>
        <p:txBody>
          <a:bodyPr vert="horz" wrap="square" lIns="91440" tIns="45720" rIns="91440" bIns="45720" rtlCol="0" anchor="ctr">
            <a:normAutofit/>
          </a:bodyPr>
          <a:lstStyle/>
          <a:p>
            <a:r>
              <a:rPr lang="en-US" sz="2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¿Cuál es la meta?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0FEE0C10-8E12-ED8E-C406-70B6669AA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3339" y="464372"/>
            <a:ext cx="5257798" cy="660181"/>
          </a:xfrm>
        </p:spPr>
        <p:txBody>
          <a:bodyPr vert="horz" wrap="square" lIns="91440" tIns="45720" rIns="91440" bIns="45720" rtlCol="0" anchor="ctr">
            <a:normAutofit/>
          </a:bodyPr>
          <a:lstStyle/>
          <a:p>
            <a:pPr marL="0" indent="0" algn="r">
              <a:buNone/>
            </a:pPr>
            <a:r>
              <a:rPr lang="en-US" sz="2000" kern="120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rPr>
              <a:t>Lograr un 1ero y 10</a:t>
            </a:r>
          </a:p>
        </p:txBody>
      </p:sp>
      <p:pic>
        <p:nvPicPr>
          <p:cNvPr id="5" name="Marcador de contenido 4" descr="Un conjunto de letras blancas en un fondo blanco&#10;&#10;El contenido generado por IA puede ser incorrecto.">
            <a:extLst>
              <a:ext uri="{FF2B5EF4-FFF2-40B4-BE49-F238E27FC236}">
                <a16:creationId xmlns:a16="http://schemas.microsoft.com/office/drawing/2014/main" id="{39F9BB9D-B070-49C9-21FE-1E65F8907B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7732" y="1184257"/>
            <a:ext cx="10788354" cy="5124468"/>
          </a:xfrm>
          <a:prstGeom prst="rect">
            <a:avLst/>
          </a:prstGeom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EA642C57-9CB5-4ACF-66B0-BCB1DB1359EE}"/>
              </a:ext>
            </a:extLst>
          </p:cNvPr>
          <p:cNvSpPr txBox="1"/>
          <p:nvPr/>
        </p:nvSpPr>
        <p:spPr>
          <a:xfrm>
            <a:off x="4654295" y="502920"/>
            <a:ext cx="6894576" cy="14630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2000" dirty="0"/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E2EEDF33-36BD-464C-8F23-DFFE67557A15}"/>
              </a:ext>
            </a:extLst>
          </p:cNvPr>
          <p:cNvSpPr/>
          <p:nvPr/>
        </p:nvSpPr>
        <p:spPr>
          <a:xfrm rot="5400000">
            <a:off x="1235880" y="3759840"/>
            <a:ext cx="4572000" cy="0"/>
          </a:xfrm>
          <a:prstGeom prst="line">
            <a:avLst/>
          </a:prstGeom>
          <a:solidFill>
            <a:srgbClr val="FFC114">
              <a:alpha val="5000"/>
            </a:srgbClr>
          </a:solidFill>
          <a:ln w="72000">
            <a:solidFill>
              <a:srgbClr val="FFC1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FFC114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Entrada de lápiz 8">
                <a:extLst>
                  <a:ext uri="{FF2B5EF4-FFF2-40B4-BE49-F238E27FC236}">
                    <a16:creationId xmlns:a16="http://schemas.microsoft.com/office/drawing/2014/main" id="{46E6054A-D18D-D117-2FB3-BCC29D35615C}"/>
                  </a:ext>
                </a:extLst>
              </p14:cNvPr>
              <p14:cNvContentPartPr/>
              <p14:nvPr/>
            </p14:nvContentPartPr>
            <p14:xfrm>
              <a:off x="4381483" y="1468688"/>
              <a:ext cx="360" cy="4610160"/>
            </p14:xfrm>
          </p:contentPart>
        </mc:Choice>
        <mc:Fallback xmlns="">
          <p:pic>
            <p:nvPicPr>
              <p:cNvPr id="9" name="Entrada de lápiz 8">
                <a:extLst>
                  <a:ext uri="{FF2B5EF4-FFF2-40B4-BE49-F238E27FC236}">
                    <a16:creationId xmlns:a16="http://schemas.microsoft.com/office/drawing/2014/main" id="{46E6054A-D18D-D117-2FB3-BCC29D35615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45843" y="1432688"/>
                <a:ext cx="72000" cy="468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Entrada de lápiz 17">
                <a:extLst>
                  <a:ext uri="{FF2B5EF4-FFF2-40B4-BE49-F238E27FC236}">
                    <a16:creationId xmlns:a16="http://schemas.microsoft.com/office/drawing/2014/main" id="{1BDC43E1-992C-9764-924A-D4960C3260F5}"/>
                  </a:ext>
                </a:extLst>
              </p14:cNvPr>
              <p14:cNvContentPartPr/>
              <p14:nvPr/>
            </p14:nvContentPartPr>
            <p14:xfrm>
              <a:off x="3642403" y="3488648"/>
              <a:ext cx="648000" cy="380160"/>
            </p14:xfrm>
          </p:contentPart>
        </mc:Choice>
        <mc:Fallback xmlns="">
          <p:pic>
            <p:nvPicPr>
              <p:cNvPr id="18" name="Entrada de lápiz 17">
                <a:extLst>
                  <a:ext uri="{FF2B5EF4-FFF2-40B4-BE49-F238E27FC236}">
                    <a16:creationId xmlns:a16="http://schemas.microsoft.com/office/drawing/2014/main" id="{1BDC43E1-992C-9764-924A-D4960C3260F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606403" y="3452648"/>
                <a:ext cx="719640" cy="451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0441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E39785-F2EB-E7AA-4EFB-AC15513EB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A7CB75-6362-6FFB-CB2D-F5452EF80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7" y="458033"/>
            <a:ext cx="5257798" cy="726224"/>
          </a:xfrm>
        </p:spPr>
        <p:txBody>
          <a:bodyPr vert="horz" wrap="square" lIns="91440" tIns="45720" rIns="91440" bIns="45720" rtlCol="0" anchor="ctr">
            <a:normAutofit/>
          </a:bodyPr>
          <a:lstStyle/>
          <a:p>
            <a:r>
              <a:rPr lang="en-US" sz="2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¿Cuál es la meta?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6A5BFF5C-0A2D-8A8B-EF35-7E115BB3E2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3339" y="464372"/>
            <a:ext cx="5257798" cy="660181"/>
          </a:xfrm>
        </p:spPr>
        <p:txBody>
          <a:bodyPr vert="horz" wrap="square" lIns="91440" tIns="45720" rIns="91440" bIns="45720" rtlCol="0" anchor="ctr">
            <a:normAutofit/>
          </a:bodyPr>
          <a:lstStyle/>
          <a:p>
            <a:pPr marL="0" indent="0" algn="r">
              <a:buNone/>
            </a:pPr>
            <a:r>
              <a:rPr lang="en-US" sz="2000" kern="1200">
                <a:solidFill>
                  <a:schemeClr val="tx1">
                    <a:alpha val="60000"/>
                  </a:schemeClr>
                </a:solidFill>
                <a:latin typeface="+mn-lt"/>
                <a:ea typeface="+mn-ea"/>
                <a:cs typeface="+mn-cs"/>
              </a:rPr>
              <a:t>Lograr un 1ero y 10</a:t>
            </a:r>
          </a:p>
        </p:txBody>
      </p:sp>
      <p:pic>
        <p:nvPicPr>
          <p:cNvPr id="5" name="Marcador de contenido 4" descr="Un conjunto de letras blancas en un fondo blanco&#10;&#10;El contenido generado por IA puede ser incorrecto.">
            <a:extLst>
              <a:ext uri="{FF2B5EF4-FFF2-40B4-BE49-F238E27FC236}">
                <a16:creationId xmlns:a16="http://schemas.microsoft.com/office/drawing/2014/main" id="{D0C2E500-1148-DF74-68E7-3B0BD2B63E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7732" y="1184257"/>
            <a:ext cx="10788354" cy="5124468"/>
          </a:xfrm>
          <a:prstGeom prst="rect">
            <a:avLst/>
          </a:prstGeom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E4EBBB0-C4F0-810D-3821-DE4A4A8304C6}"/>
              </a:ext>
            </a:extLst>
          </p:cNvPr>
          <p:cNvSpPr txBox="1"/>
          <p:nvPr/>
        </p:nvSpPr>
        <p:spPr>
          <a:xfrm>
            <a:off x="4654295" y="502920"/>
            <a:ext cx="6894576" cy="14630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20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Entrada de lápiz 2">
                <a:extLst>
                  <a:ext uri="{FF2B5EF4-FFF2-40B4-BE49-F238E27FC236}">
                    <a16:creationId xmlns:a16="http://schemas.microsoft.com/office/drawing/2014/main" id="{08202847-58E4-FA09-2C8B-017B889E081C}"/>
                  </a:ext>
                </a:extLst>
              </p14:cNvPr>
              <p14:cNvContentPartPr/>
              <p14:nvPr/>
            </p14:nvContentPartPr>
            <p14:xfrm>
              <a:off x="4396603" y="1498568"/>
              <a:ext cx="360" cy="4510440"/>
            </p14:xfrm>
          </p:contentPart>
        </mc:Choice>
        <mc:Fallback xmlns="">
          <p:pic>
            <p:nvPicPr>
              <p:cNvPr id="3" name="Entrada de lápiz 2">
                <a:extLst>
                  <a:ext uri="{FF2B5EF4-FFF2-40B4-BE49-F238E27FC236}">
                    <a16:creationId xmlns:a16="http://schemas.microsoft.com/office/drawing/2014/main" id="{08202847-58E4-FA09-2C8B-017B889E081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60603" y="1462928"/>
                <a:ext cx="72000" cy="458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Entrada de lápiz 3">
                <a:extLst>
                  <a:ext uri="{FF2B5EF4-FFF2-40B4-BE49-F238E27FC236}">
                    <a16:creationId xmlns:a16="http://schemas.microsoft.com/office/drawing/2014/main" id="{95D7FE89-17AD-FA20-05D0-9E7852363464}"/>
                  </a:ext>
                </a:extLst>
              </p14:cNvPr>
              <p14:cNvContentPartPr/>
              <p14:nvPr/>
            </p14:nvContentPartPr>
            <p14:xfrm>
              <a:off x="5236123" y="1498568"/>
              <a:ext cx="360" cy="4654800"/>
            </p14:xfrm>
          </p:contentPart>
        </mc:Choice>
        <mc:Fallback xmlns="">
          <p:pic>
            <p:nvPicPr>
              <p:cNvPr id="4" name="Entrada de lápiz 3">
                <a:extLst>
                  <a:ext uri="{FF2B5EF4-FFF2-40B4-BE49-F238E27FC236}">
                    <a16:creationId xmlns:a16="http://schemas.microsoft.com/office/drawing/2014/main" id="{95D7FE89-17AD-FA20-05D0-9E785236346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00123" y="1462928"/>
                <a:ext cx="72000" cy="4726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48596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>
      <p:transition spd="slow">
        <p:dissolv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35DB3719-6FDC-4E5D-891D-FF40B730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3289CA6-94FF-CF76-7D45-C561C77BE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s-MX" sz="5400"/>
              <a:t>¿Cómo logro el 1ero y 10?</a:t>
            </a:r>
            <a:endParaRPr lang="en-US" sz="5400"/>
          </a:p>
        </p:txBody>
      </p:sp>
      <p:sp>
        <p:nvSpPr>
          <p:cNvPr id="22" name="sketch line">
            <a:extLst>
              <a:ext uri="{FF2B5EF4-FFF2-40B4-BE49-F238E27FC236}">
                <a16:creationId xmlns:a16="http://schemas.microsoft.com/office/drawing/2014/main" id="{E0CBAC23-2E3F-4A90-BA59-F8299F6A5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1865313"/>
            <a:ext cx="10424160" cy="18288"/>
          </a:xfrm>
          <a:custGeom>
            <a:avLst/>
            <a:gdLst>
              <a:gd name="connsiteX0" fmla="*/ 0 w 10424160"/>
              <a:gd name="connsiteY0" fmla="*/ 0 h 18288"/>
              <a:gd name="connsiteX1" fmla="*/ 903427 w 10424160"/>
              <a:gd name="connsiteY1" fmla="*/ 0 h 18288"/>
              <a:gd name="connsiteX2" fmla="*/ 1389888 w 10424160"/>
              <a:gd name="connsiteY2" fmla="*/ 0 h 18288"/>
              <a:gd name="connsiteX3" fmla="*/ 2189074 w 10424160"/>
              <a:gd name="connsiteY3" fmla="*/ 0 h 18288"/>
              <a:gd name="connsiteX4" fmla="*/ 2675534 w 10424160"/>
              <a:gd name="connsiteY4" fmla="*/ 0 h 18288"/>
              <a:gd name="connsiteX5" fmla="*/ 3370478 w 10424160"/>
              <a:gd name="connsiteY5" fmla="*/ 0 h 18288"/>
              <a:gd name="connsiteX6" fmla="*/ 4169664 w 10424160"/>
              <a:gd name="connsiteY6" fmla="*/ 0 h 18288"/>
              <a:gd name="connsiteX7" fmla="*/ 4551883 w 10424160"/>
              <a:gd name="connsiteY7" fmla="*/ 0 h 18288"/>
              <a:gd name="connsiteX8" fmla="*/ 4934102 w 10424160"/>
              <a:gd name="connsiteY8" fmla="*/ 0 h 18288"/>
              <a:gd name="connsiteX9" fmla="*/ 5837530 w 10424160"/>
              <a:gd name="connsiteY9" fmla="*/ 0 h 18288"/>
              <a:gd name="connsiteX10" fmla="*/ 6532474 w 10424160"/>
              <a:gd name="connsiteY10" fmla="*/ 0 h 18288"/>
              <a:gd name="connsiteX11" fmla="*/ 6914693 w 10424160"/>
              <a:gd name="connsiteY11" fmla="*/ 0 h 18288"/>
              <a:gd name="connsiteX12" fmla="*/ 7609637 w 10424160"/>
              <a:gd name="connsiteY12" fmla="*/ 0 h 18288"/>
              <a:gd name="connsiteX13" fmla="*/ 8513064 w 10424160"/>
              <a:gd name="connsiteY13" fmla="*/ 0 h 18288"/>
              <a:gd name="connsiteX14" fmla="*/ 9103766 w 10424160"/>
              <a:gd name="connsiteY14" fmla="*/ 0 h 18288"/>
              <a:gd name="connsiteX15" fmla="*/ 9694469 w 10424160"/>
              <a:gd name="connsiteY15" fmla="*/ 0 h 18288"/>
              <a:gd name="connsiteX16" fmla="*/ 10424160 w 10424160"/>
              <a:gd name="connsiteY16" fmla="*/ 0 h 18288"/>
              <a:gd name="connsiteX17" fmla="*/ 10424160 w 10424160"/>
              <a:gd name="connsiteY17" fmla="*/ 18288 h 18288"/>
              <a:gd name="connsiteX18" fmla="*/ 9729216 w 10424160"/>
              <a:gd name="connsiteY18" fmla="*/ 18288 h 18288"/>
              <a:gd name="connsiteX19" fmla="*/ 8930030 w 10424160"/>
              <a:gd name="connsiteY19" fmla="*/ 18288 h 18288"/>
              <a:gd name="connsiteX20" fmla="*/ 8130845 w 10424160"/>
              <a:gd name="connsiteY20" fmla="*/ 18288 h 18288"/>
              <a:gd name="connsiteX21" fmla="*/ 7644384 w 10424160"/>
              <a:gd name="connsiteY21" fmla="*/ 18288 h 18288"/>
              <a:gd name="connsiteX22" fmla="*/ 6740957 w 10424160"/>
              <a:gd name="connsiteY22" fmla="*/ 18288 h 18288"/>
              <a:gd name="connsiteX23" fmla="*/ 6046013 w 10424160"/>
              <a:gd name="connsiteY23" fmla="*/ 18288 h 18288"/>
              <a:gd name="connsiteX24" fmla="*/ 5663794 w 10424160"/>
              <a:gd name="connsiteY24" fmla="*/ 18288 h 18288"/>
              <a:gd name="connsiteX25" fmla="*/ 4968850 w 10424160"/>
              <a:gd name="connsiteY25" fmla="*/ 18288 h 18288"/>
              <a:gd name="connsiteX26" fmla="*/ 4378147 w 10424160"/>
              <a:gd name="connsiteY26" fmla="*/ 18288 h 18288"/>
              <a:gd name="connsiteX27" fmla="*/ 3787445 w 10424160"/>
              <a:gd name="connsiteY27" fmla="*/ 18288 h 18288"/>
              <a:gd name="connsiteX28" fmla="*/ 3196742 w 10424160"/>
              <a:gd name="connsiteY28" fmla="*/ 18288 h 18288"/>
              <a:gd name="connsiteX29" fmla="*/ 2606040 w 10424160"/>
              <a:gd name="connsiteY29" fmla="*/ 18288 h 18288"/>
              <a:gd name="connsiteX30" fmla="*/ 1806854 w 10424160"/>
              <a:gd name="connsiteY30" fmla="*/ 18288 h 18288"/>
              <a:gd name="connsiteX31" fmla="*/ 1111910 w 10424160"/>
              <a:gd name="connsiteY31" fmla="*/ 18288 h 18288"/>
              <a:gd name="connsiteX32" fmla="*/ 729691 w 10424160"/>
              <a:gd name="connsiteY32" fmla="*/ 18288 h 18288"/>
              <a:gd name="connsiteX33" fmla="*/ 0 w 10424160"/>
              <a:gd name="connsiteY33" fmla="*/ 18288 h 18288"/>
              <a:gd name="connsiteX34" fmla="*/ 0 w 10424160"/>
              <a:gd name="connsiteY3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4160" h="18288" fill="none" extrusionOk="0">
                <a:moveTo>
                  <a:pt x="0" y="0"/>
                </a:moveTo>
                <a:cubicBezTo>
                  <a:pt x="251416" y="-3874"/>
                  <a:pt x="479411" y="-20508"/>
                  <a:pt x="903427" y="0"/>
                </a:cubicBezTo>
                <a:cubicBezTo>
                  <a:pt x="1327443" y="20508"/>
                  <a:pt x="1177990" y="-7387"/>
                  <a:pt x="1389888" y="0"/>
                </a:cubicBezTo>
                <a:cubicBezTo>
                  <a:pt x="1601786" y="7387"/>
                  <a:pt x="1928602" y="-6697"/>
                  <a:pt x="2189074" y="0"/>
                </a:cubicBezTo>
                <a:cubicBezTo>
                  <a:pt x="2449546" y="6697"/>
                  <a:pt x="2440085" y="-21144"/>
                  <a:pt x="2675534" y="0"/>
                </a:cubicBezTo>
                <a:cubicBezTo>
                  <a:pt x="2910983" y="21144"/>
                  <a:pt x="3026158" y="-11124"/>
                  <a:pt x="3370478" y="0"/>
                </a:cubicBezTo>
                <a:cubicBezTo>
                  <a:pt x="3714798" y="11124"/>
                  <a:pt x="3864539" y="-10660"/>
                  <a:pt x="4169664" y="0"/>
                </a:cubicBezTo>
                <a:cubicBezTo>
                  <a:pt x="4474789" y="10660"/>
                  <a:pt x="4471218" y="16488"/>
                  <a:pt x="4551883" y="0"/>
                </a:cubicBezTo>
                <a:cubicBezTo>
                  <a:pt x="4632548" y="-16488"/>
                  <a:pt x="4786830" y="7986"/>
                  <a:pt x="4934102" y="0"/>
                </a:cubicBezTo>
                <a:cubicBezTo>
                  <a:pt x="5081374" y="-7986"/>
                  <a:pt x="5575881" y="-33003"/>
                  <a:pt x="5837530" y="0"/>
                </a:cubicBezTo>
                <a:cubicBezTo>
                  <a:pt x="6099179" y="33003"/>
                  <a:pt x="6305895" y="14170"/>
                  <a:pt x="6532474" y="0"/>
                </a:cubicBezTo>
                <a:cubicBezTo>
                  <a:pt x="6759053" y="-14170"/>
                  <a:pt x="6726707" y="16121"/>
                  <a:pt x="6914693" y="0"/>
                </a:cubicBezTo>
                <a:cubicBezTo>
                  <a:pt x="7102679" y="-16121"/>
                  <a:pt x="7397857" y="32594"/>
                  <a:pt x="7609637" y="0"/>
                </a:cubicBezTo>
                <a:cubicBezTo>
                  <a:pt x="7821417" y="-32594"/>
                  <a:pt x="8141235" y="-3745"/>
                  <a:pt x="8513064" y="0"/>
                </a:cubicBezTo>
                <a:cubicBezTo>
                  <a:pt x="8884893" y="3745"/>
                  <a:pt x="8877548" y="3359"/>
                  <a:pt x="9103766" y="0"/>
                </a:cubicBezTo>
                <a:cubicBezTo>
                  <a:pt x="9329984" y="-3359"/>
                  <a:pt x="9545570" y="-17843"/>
                  <a:pt x="9694469" y="0"/>
                </a:cubicBezTo>
                <a:cubicBezTo>
                  <a:pt x="9843368" y="17843"/>
                  <a:pt x="10162477" y="-1217"/>
                  <a:pt x="10424160" y="0"/>
                </a:cubicBezTo>
                <a:cubicBezTo>
                  <a:pt x="10424498" y="7640"/>
                  <a:pt x="10423710" y="11289"/>
                  <a:pt x="10424160" y="18288"/>
                </a:cubicBezTo>
                <a:cubicBezTo>
                  <a:pt x="10184680" y="20716"/>
                  <a:pt x="10034768" y="-9357"/>
                  <a:pt x="9729216" y="18288"/>
                </a:cubicBezTo>
                <a:cubicBezTo>
                  <a:pt x="9423664" y="45933"/>
                  <a:pt x="9309220" y="36372"/>
                  <a:pt x="8930030" y="18288"/>
                </a:cubicBezTo>
                <a:cubicBezTo>
                  <a:pt x="8550840" y="204"/>
                  <a:pt x="8513376" y="34707"/>
                  <a:pt x="8130845" y="18288"/>
                </a:cubicBezTo>
                <a:cubicBezTo>
                  <a:pt x="7748315" y="1869"/>
                  <a:pt x="7864674" y="19659"/>
                  <a:pt x="7644384" y="18288"/>
                </a:cubicBezTo>
                <a:cubicBezTo>
                  <a:pt x="7424094" y="16917"/>
                  <a:pt x="6947001" y="55680"/>
                  <a:pt x="6740957" y="18288"/>
                </a:cubicBezTo>
                <a:cubicBezTo>
                  <a:pt x="6534913" y="-19104"/>
                  <a:pt x="6313809" y="33391"/>
                  <a:pt x="6046013" y="18288"/>
                </a:cubicBezTo>
                <a:cubicBezTo>
                  <a:pt x="5778217" y="3185"/>
                  <a:pt x="5786775" y="1439"/>
                  <a:pt x="5663794" y="18288"/>
                </a:cubicBezTo>
                <a:cubicBezTo>
                  <a:pt x="5540813" y="35137"/>
                  <a:pt x="5204724" y="25434"/>
                  <a:pt x="4968850" y="18288"/>
                </a:cubicBezTo>
                <a:cubicBezTo>
                  <a:pt x="4732976" y="11142"/>
                  <a:pt x="4559928" y="34568"/>
                  <a:pt x="4378147" y="18288"/>
                </a:cubicBezTo>
                <a:cubicBezTo>
                  <a:pt x="4196366" y="2008"/>
                  <a:pt x="3992200" y="35409"/>
                  <a:pt x="3787445" y="18288"/>
                </a:cubicBezTo>
                <a:cubicBezTo>
                  <a:pt x="3582690" y="1167"/>
                  <a:pt x="3488876" y="-7583"/>
                  <a:pt x="3196742" y="18288"/>
                </a:cubicBezTo>
                <a:cubicBezTo>
                  <a:pt x="2904608" y="44159"/>
                  <a:pt x="2729828" y="45906"/>
                  <a:pt x="2606040" y="18288"/>
                </a:cubicBezTo>
                <a:cubicBezTo>
                  <a:pt x="2482252" y="-9330"/>
                  <a:pt x="2000672" y="-5498"/>
                  <a:pt x="1806854" y="18288"/>
                </a:cubicBezTo>
                <a:cubicBezTo>
                  <a:pt x="1613036" y="42074"/>
                  <a:pt x="1310933" y="-4240"/>
                  <a:pt x="1111910" y="18288"/>
                </a:cubicBezTo>
                <a:cubicBezTo>
                  <a:pt x="912887" y="40816"/>
                  <a:pt x="891560" y="1701"/>
                  <a:pt x="729691" y="18288"/>
                </a:cubicBezTo>
                <a:cubicBezTo>
                  <a:pt x="567822" y="34875"/>
                  <a:pt x="203025" y="34462"/>
                  <a:pt x="0" y="18288"/>
                </a:cubicBezTo>
                <a:cubicBezTo>
                  <a:pt x="-82" y="11708"/>
                  <a:pt x="-178" y="8956"/>
                  <a:pt x="0" y="0"/>
                </a:cubicBezTo>
                <a:close/>
              </a:path>
              <a:path w="10424160" h="18288" stroke="0" extrusionOk="0">
                <a:moveTo>
                  <a:pt x="0" y="0"/>
                </a:moveTo>
                <a:cubicBezTo>
                  <a:pt x="119910" y="17195"/>
                  <a:pt x="345032" y="1652"/>
                  <a:pt x="590702" y="0"/>
                </a:cubicBezTo>
                <a:cubicBezTo>
                  <a:pt x="836372" y="-1652"/>
                  <a:pt x="830717" y="-10944"/>
                  <a:pt x="972922" y="0"/>
                </a:cubicBezTo>
                <a:cubicBezTo>
                  <a:pt x="1115127" y="10944"/>
                  <a:pt x="1638708" y="17269"/>
                  <a:pt x="1876349" y="0"/>
                </a:cubicBezTo>
                <a:cubicBezTo>
                  <a:pt x="2113990" y="-17269"/>
                  <a:pt x="2263529" y="27642"/>
                  <a:pt x="2467051" y="0"/>
                </a:cubicBezTo>
                <a:cubicBezTo>
                  <a:pt x="2670573" y="-27642"/>
                  <a:pt x="2867743" y="-1552"/>
                  <a:pt x="3057754" y="0"/>
                </a:cubicBezTo>
                <a:cubicBezTo>
                  <a:pt x="3247765" y="1552"/>
                  <a:pt x="3729099" y="45169"/>
                  <a:pt x="3961181" y="0"/>
                </a:cubicBezTo>
                <a:cubicBezTo>
                  <a:pt x="4193263" y="-45169"/>
                  <a:pt x="4313735" y="4067"/>
                  <a:pt x="4447642" y="0"/>
                </a:cubicBezTo>
                <a:cubicBezTo>
                  <a:pt x="4581549" y="-4067"/>
                  <a:pt x="5123626" y="11867"/>
                  <a:pt x="5351069" y="0"/>
                </a:cubicBezTo>
                <a:cubicBezTo>
                  <a:pt x="5578512" y="-11867"/>
                  <a:pt x="6044105" y="-19983"/>
                  <a:pt x="6254496" y="0"/>
                </a:cubicBezTo>
                <a:cubicBezTo>
                  <a:pt x="6464887" y="19983"/>
                  <a:pt x="6664731" y="4232"/>
                  <a:pt x="6949440" y="0"/>
                </a:cubicBezTo>
                <a:cubicBezTo>
                  <a:pt x="7234149" y="-4232"/>
                  <a:pt x="7497205" y="28731"/>
                  <a:pt x="7852867" y="0"/>
                </a:cubicBezTo>
                <a:cubicBezTo>
                  <a:pt x="8208529" y="-28731"/>
                  <a:pt x="8287556" y="2616"/>
                  <a:pt x="8443570" y="0"/>
                </a:cubicBezTo>
                <a:cubicBezTo>
                  <a:pt x="8599584" y="-2616"/>
                  <a:pt x="8871283" y="-14113"/>
                  <a:pt x="9034272" y="0"/>
                </a:cubicBezTo>
                <a:cubicBezTo>
                  <a:pt x="9197261" y="14113"/>
                  <a:pt x="9604978" y="-35623"/>
                  <a:pt x="9833458" y="0"/>
                </a:cubicBezTo>
                <a:cubicBezTo>
                  <a:pt x="10061938" y="35623"/>
                  <a:pt x="10231944" y="-8194"/>
                  <a:pt x="10424160" y="0"/>
                </a:cubicBezTo>
                <a:cubicBezTo>
                  <a:pt x="10424285" y="4395"/>
                  <a:pt x="10424085" y="9776"/>
                  <a:pt x="10424160" y="18288"/>
                </a:cubicBezTo>
                <a:cubicBezTo>
                  <a:pt x="10058736" y="-5772"/>
                  <a:pt x="9942989" y="-18764"/>
                  <a:pt x="9624974" y="18288"/>
                </a:cubicBezTo>
                <a:cubicBezTo>
                  <a:pt x="9306959" y="55340"/>
                  <a:pt x="9229263" y="24995"/>
                  <a:pt x="8930030" y="18288"/>
                </a:cubicBezTo>
                <a:cubicBezTo>
                  <a:pt x="8630797" y="11581"/>
                  <a:pt x="8647263" y="10931"/>
                  <a:pt x="8547811" y="18288"/>
                </a:cubicBezTo>
                <a:cubicBezTo>
                  <a:pt x="8448359" y="25645"/>
                  <a:pt x="8173221" y="219"/>
                  <a:pt x="8061350" y="18288"/>
                </a:cubicBezTo>
                <a:cubicBezTo>
                  <a:pt x="7949479" y="36357"/>
                  <a:pt x="7437002" y="17516"/>
                  <a:pt x="7157923" y="18288"/>
                </a:cubicBezTo>
                <a:cubicBezTo>
                  <a:pt x="6878844" y="19060"/>
                  <a:pt x="6610241" y="8864"/>
                  <a:pt x="6462979" y="18288"/>
                </a:cubicBezTo>
                <a:cubicBezTo>
                  <a:pt x="6315717" y="27712"/>
                  <a:pt x="6124879" y="4989"/>
                  <a:pt x="5976518" y="18288"/>
                </a:cubicBezTo>
                <a:cubicBezTo>
                  <a:pt x="5828157" y="31587"/>
                  <a:pt x="5566880" y="7112"/>
                  <a:pt x="5281574" y="18288"/>
                </a:cubicBezTo>
                <a:cubicBezTo>
                  <a:pt x="4996268" y="29464"/>
                  <a:pt x="5085614" y="20493"/>
                  <a:pt x="4899355" y="18288"/>
                </a:cubicBezTo>
                <a:cubicBezTo>
                  <a:pt x="4713096" y="16083"/>
                  <a:pt x="4606138" y="34359"/>
                  <a:pt x="4517136" y="18288"/>
                </a:cubicBezTo>
                <a:cubicBezTo>
                  <a:pt x="4428134" y="2217"/>
                  <a:pt x="4125335" y="52414"/>
                  <a:pt x="3822192" y="18288"/>
                </a:cubicBezTo>
                <a:cubicBezTo>
                  <a:pt x="3519049" y="-15838"/>
                  <a:pt x="3453132" y="3859"/>
                  <a:pt x="3335731" y="18288"/>
                </a:cubicBezTo>
                <a:cubicBezTo>
                  <a:pt x="3218330" y="32717"/>
                  <a:pt x="2718749" y="-13936"/>
                  <a:pt x="2536546" y="18288"/>
                </a:cubicBezTo>
                <a:cubicBezTo>
                  <a:pt x="2354343" y="50512"/>
                  <a:pt x="2190669" y="3238"/>
                  <a:pt x="2050085" y="18288"/>
                </a:cubicBezTo>
                <a:cubicBezTo>
                  <a:pt x="1909501" y="33338"/>
                  <a:pt x="1520975" y="3062"/>
                  <a:pt x="1250899" y="18288"/>
                </a:cubicBezTo>
                <a:cubicBezTo>
                  <a:pt x="980823" y="33514"/>
                  <a:pt x="992936" y="28036"/>
                  <a:pt x="868680" y="18288"/>
                </a:cubicBezTo>
                <a:cubicBezTo>
                  <a:pt x="744424" y="8540"/>
                  <a:pt x="230364" y="33365"/>
                  <a:pt x="0" y="18288"/>
                </a:cubicBezTo>
                <a:cubicBezTo>
                  <a:pt x="-504" y="12101"/>
                  <a:pt x="-591" y="771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6" name="Marcador de contenido 13">
            <a:extLst>
              <a:ext uri="{FF2B5EF4-FFF2-40B4-BE49-F238E27FC236}">
                <a16:creationId xmlns:a16="http://schemas.microsoft.com/office/drawing/2014/main" id="{A37D1893-1D7C-4D69-54A2-D0ED2AA447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182855"/>
              </p:ext>
            </p:extLst>
          </p:nvPr>
        </p:nvGraphicFramePr>
        <p:xfrm>
          <a:off x="838200" y="2228087"/>
          <a:ext cx="10515600" cy="39488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0462576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6" grpId="0">
        <p:bldAsOne/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6294C02-AFB5-749C-8011-B613B4706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Primera forma: jugada de pase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 descr="Un jugador de fútbol americano&#10;&#10;El contenido generado por IA puede ser incorrecto.">
            <a:extLst>
              <a:ext uri="{FF2B5EF4-FFF2-40B4-BE49-F238E27FC236}">
                <a16:creationId xmlns:a16="http://schemas.microsoft.com/office/drawing/2014/main" id="{42749110-7526-E78E-C043-814A24B8AB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018469" y="2642616"/>
            <a:ext cx="2217557" cy="3605784"/>
          </a:xfrm>
          <a:prstGeom prst="rect">
            <a:avLst/>
          </a:prstGeom>
        </p:spPr>
      </p:pic>
      <p:pic>
        <p:nvPicPr>
          <p:cNvPr id="8" name="Imagen 7" descr="Un jugador de fútbol con espectadores&#10;&#10;El contenido generado por IA puede ser incorrecto.">
            <a:extLst>
              <a:ext uri="{FF2B5EF4-FFF2-40B4-BE49-F238E27FC236}">
                <a16:creationId xmlns:a16="http://schemas.microsoft.com/office/drawing/2014/main" id="{4F2A77B4-479F-A4D8-8918-A34F1CDE25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360742" y="2642616"/>
            <a:ext cx="5401923" cy="360578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3" name="Entrada de lápiz 12">
                <a:extLst>
                  <a:ext uri="{FF2B5EF4-FFF2-40B4-BE49-F238E27FC236}">
                    <a16:creationId xmlns:a16="http://schemas.microsoft.com/office/drawing/2014/main" id="{B9195734-6EC2-DF80-5736-695FBF89DDD5}"/>
                  </a:ext>
                </a:extLst>
              </p14:cNvPr>
              <p14:cNvContentPartPr/>
              <p14:nvPr/>
            </p14:nvContentPartPr>
            <p14:xfrm>
              <a:off x="2713243" y="2247008"/>
              <a:ext cx="5518440" cy="772200"/>
            </p14:xfrm>
          </p:contentPart>
        </mc:Choice>
        <mc:Fallback xmlns="">
          <p:pic>
            <p:nvPicPr>
              <p:cNvPr id="13" name="Entrada de lápiz 12">
                <a:extLst>
                  <a:ext uri="{FF2B5EF4-FFF2-40B4-BE49-F238E27FC236}">
                    <a16:creationId xmlns:a16="http://schemas.microsoft.com/office/drawing/2014/main" id="{B9195734-6EC2-DF80-5736-695FBF89DDD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77243" y="2211368"/>
                <a:ext cx="5590080" cy="843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9448449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E3E3516-9CBD-31B4-B8D4-11C6992BA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/>
              <a:t>Segunda forma: acarreo terrestre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 descr="Jugador de futbol americano&#10;&#10;El contenido generado por IA puede ser incorrecto.">
            <a:extLst>
              <a:ext uri="{FF2B5EF4-FFF2-40B4-BE49-F238E27FC236}">
                <a16:creationId xmlns:a16="http://schemas.microsoft.com/office/drawing/2014/main" id="{076DF743-44DA-23BE-A643-8B2C307E82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26286" y="2642616"/>
            <a:ext cx="5401923" cy="3605784"/>
          </a:xfrm>
          <a:prstGeom prst="rect">
            <a:avLst/>
          </a:prstGeom>
        </p:spPr>
      </p:pic>
      <p:pic>
        <p:nvPicPr>
          <p:cNvPr id="7" name="Imagen 6" descr="Un jugador de fútbol americano&#10;&#10;El contenido generado por IA puede ser incorrecto.">
            <a:extLst>
              <a:ext uri="{FF2B5EF4-FFF2-40B4-BE49-F238E27FC236}">
                <a16:creationId xmlns:a16="http://schemas.microsoft.com/office/drawing/2014/main" id="{6E7218D8-3266-EE9C-18BB-0C4A84EE25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254496" y="2866453"/>
            <a:ext cx="5614416" cy="3158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00802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7E98BC7-856F-2AB3-60E1-F437C0237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Imaginemos que hacemos muchos 1eros y 10</a:t>
            </a:r>
            <a:br>
              <a:rPr lang="en-US" sz="2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</a:br>
            <a:r>
              <a:rPr lang="en-US" sz="2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¿Qué pasa?</a:t>
            </a:r>
          </a:p>
        </p:txBody>
      </p:sp>
      <p:pic>
        <p:nvPicPr>
          <p:cNvPr id="4" name="Marcador de contenido 4" descr="Un conjunto de letras blancas en un fondo blanco&#10;&#10;El contenido generado por IA puede ser incorrecto.">
            <a:extLst>
              <a:ext uri="{FF2B5EF4-FFF2-40B4-BE49-F238E27FC236}">
                <a16:creationId xmlns:a16="http://schemas.microsoft.com/office/drawing/2014/main" id="{1540229F-B5C2-86D1-D228-953EAD7DEF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0527" y="1675227"/>
            <a:ext cx="9250946" cy="439419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Entrada de lápiz 4">
                <a:extLst>
                  <a:ext uri="{FF2B5EF4-FFF2-40B4-BE49-F238E27FC236}">
                    <a16:creationId xmlns:a16="http://schemas.microsoft.com/office/drawing/2014/main" id="{D7C3A80D-502F-C870-DCDA-82A7F70E844E}"/>
                  </a:ext>
                </a:extLst>
              </p14:cNvPr>
              <p14:cNvContentPartPr/>
              <p14:nvPr/>
            </p14:nvContentPartPr>
            <p14:xfrm>
              <a:off x="3957403" y="5831528"/>
              <a:ext cx="687240" cy="121320"/>
            </p14:xfrm>
          </p:contentPart>
        </mc:Choice>
        <mc:Fallback xmlns="">
          <p:pic>
            <p:nvPicPr>
              <p:cNvPr id="5" name="Entrada de lápiz 4">
                <a:extLst>
                  <a:ext uri="{FF2B5EF4-FFF2-40B4-BE49-F238E27FC236}">
                    <a16:creationId xmlns:a16="http://schemas.microsoft.com/office/drawing/2014/main" id="{D7C3A80D-502F-C870-DCDA-82A7F70E844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921403" y="5795528"/>
                <a:ext cx="758880" cy="19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Grupo 17">
            <a:extLst>
              <a:ext uri="{FF2B5EF4-FFF2-40B4-BE49-F238E27FC236}">
                <a16:creationId xmlns:a16="http://schemas.microsoft.com/office/drawing/2014/main" id="{50E0F03C-C021-80FF-3A26-AB711BD00157}"/>
              </a:ext>
            </a:extLst>
          </p:cNvPr>
          <p:cNvGrpSpPr/>
          <p:nvPr/>
        </p:nvGrpSpPr>
        <p:grpSpPr>
          <a:xfrm>
            <a:off x="4661563" y="5831168"/>
            <a:ext cx="5122800" cy="258120"/>
            <a:chOff x="4661563" y="5831168"/>
            <a:chExt cx="5122800" cy="25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Entrada de lápiz 5">
                  <a:extLst>
                    <a:ext uri="{FF2B5EF4-FFF2-40B4-BE49-F238E27FC236}">
                      <a16:creationId xmlns:a16="http://schemas.microsoft.com/office/drawing/2014/main" id="{8FAF7926-C817-4456-E492-654D18384042}"/>
                    </a:ext>
                  </a:extLst>
                </p14:cNvPr>
                <p14:cNvContentPartPr/>
                <p14:nvPr/>
              </p14:nvContentPartPr>
              <p14:xfrm>
                <a:off x="4661563" y="5831168"/>
                <a:ext cx="651960" cy="136440"/>
              </p14:xfrm>
            </p:contentPart>
          </mc:Choice>
          <mc:Fallback xmlns="">
            <p:pic>
              <p:nvPicPr>
                <p:cNvPr id="6" name="Entrada de lápiz 5">
                  <a:extLst>
                    <a:ext uri="{FF2B5EF4-FFF2-40B4-BE49-F238E27FC236}">
                      <a16:creationId xmlns:a16="http://schemas.microsoft.com/office/drawing/2014/main" id="{8FAF7926-C817-4456-E492-654D1838404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625563" y="5795168"/>
                  <a:ext cx="7236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Entrada de lápiz 6">
                  <a:extLst>
                    <a:ext uri="{FF2B5EF4-FFF2-40B4-BE49-F238E27FC236}">
                      <a16:creationId xmlns:a16="http://schemas.microsoft.com/office/drawing/2014/main" id="{6390265F-35D9-DB0B-EDEE-3EF71381F6EC}"/>
                    </a:ext>
                  </a:extLst>
                </p14:cNvPr>
                <p14:cNvContentPartPr/>
                <p14:nvPr/>
              </p14:nvContentPartPr>
              <p14:xfrm>
                <a:off x="5336203" y="5875808"/>
                <a:ext cx="694080" cy="121320"/>
              </p14:xfrm>
            </p:contentPart>
          </mc:Choice>
          <mc:Fallback xmlns="">
            <p:pic>
              <p:nvPicPr>
                <p:cNvPr id="7" name="Entrada de lápiz 6">
                  <a:extLst>
                    <a:ext uri="{FF2B5EF4-FFF2-40B4-BE49-F238E27FC236}">
                      <a16:creationId xmlns:a16="http://schemas.microsoft.com/office/drawing/2014/main" id="{6390265F-35D9-DB0B-EDEE-3EF71381F6E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300563" y="5840168"/>
                  <a:ext cx="7657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Entrada de lápiz 7">
                  <a:extLst>
                    <a:ext uri="{FF2B5EF4-FFF2-40B4-BE49-F238E27FC236}">
                      <a16:creationId xmlns:a16="http://schemas.microsoft.com/office/drawing/2014/main" id="{E5EE5AA4-F3C5-E52B-34D0-292EBF55BF5E}"/>
                    </a:ext>
                  </a:extLst>
                </p14:cNvPr>
                <p14:cNvContentPartPr/>
                <p14:nvPr/>
              </p14:nvContentPartPr>
              <p14:xfrm>
                <a:off x="6070243" y="5845928"/>
                <a:ext cx="706680" cy="151920"/>
              </p14:xfrm>
            </p:contentPart>
          </mc:Choice>
          <mc:Fallback xmlns="">
            <p:pic>
              <p:nvPicPr>
                <p:cNvPr id="8" name="Entrada de lápiz 7">
                  <a:extLst>
                    <a:ext uri="{FF2B5EF4-FFF2-40B4-BE49-F238E27FC236}">
                      <a16:creationId xmlns:a16="http://schemas.microsoft.com/office/drawing/2014/main" id="{E5EE5AA4-F3C5-E52B-34D0-292EBF55BF5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034243" y="5809928"/>
                  <a:ext cx="7783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Entrada de lápiz 9">
                  <a:extLst>
                    <a:ext uri="{FF2B5EF4-FFF2-40B4-BE49-F238E27FC236}">
                      <a16:creationId xmlns:a16="http://schemas.microsoft.com/office/drawing/2014/main" id="{F5EA8ACE-DA15-2FA2-588F-CA1CAB3403D4}"/>
                    </a:ext>
                  </a:extLst>
                </p14:cNvPr>
                <p14:cNvContentPartPr/>
                <p14:nvPr/>
              </p14:nvContentPartPr>
              <p14:xfrm>
                <a:off x="6790603" y="5878688"/>
                <a:ext cx="705600" cy="210600"/>
              </p14:xfrm>
            </p:contentPart>
          </mc:Choice>
          <mc:Fallback xmlns="">
            <p:pic>
              <p:nvPicPr>
                <p:cNvPr id="10" name="Entrada de lápiz 9">
                  <a:extLst>
                    <a:ext uri="{FF2B5EF4-FFF2-40B4-BE49-F238E27FC236}">
                      <a16:creationId xmlns:a16="http://schemas.microsoft.com/office/drawing/2014/main" id="{F5EA8ACE-DA15-2FA2-588F-CA1CAB3403D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754963" y="5843048"/>
                  <a:ext cx="7772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Entrada de lápiz 11">
                  <a:extLst>
                    <a:ext uri="{FF2B5EF4-FFF2-40B4-BE49-F238E27FC236}">
                      <a16:creationId xmlns:a16="http://schemas.microsoft.com/office/drawing/2014/main" id="{A0A76DB2-9863-90BB-0C19-A04A6D74728A}"/>
                    </a:ext>
                  </a:extLst>
                </p14:cNvPr>
                <p14:cNvContentPartPr/>
                <p14:nvPr/>
              </p14:nvContentPartPr>
              <p14:xfrm>
                <a:off x="7494763" y="5899928"/>
                <a:ext cx="669240" cy="174240"/>
              </p14:xfrm>
            </p:contentPart>
          </mc:Choice>
          <mc:Fallback xmlns="">
            <p:pic>
              <p:nvPicPr>
                <p:cNvPr id="12" name="Entrada de lápiz 11">
                  <a:extLst>
                    <a:ext uri="{FF2B5EF4-FFF2-40B4-BE49-F238E27FC236}">
                      <a16:creationId xmlns:a16="http://schemas.microsoft.com/office/drawing/2014/main" id="{A0A76DB2-9863-90BB-0C19-A04A6D74728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459123" y="5863928"/>
                  <a:ext cx="7408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Entrada de lápiz 13">
                  <a:extLst>
                    <a:ext uri="{FF2B5EF4-FFF2-40B4-BE49-F238E27FC236}">
                      <a16:creationId xmlns:a16="http://schemas.microsoft.com/office/drawing/2014/main" id="{EA70D437-D63A-C4DF-78F4-88F359DD924C}"/>
                    </a:ext>
                  </a:extLst>
                </p14:cNvPr>
                <p14:cNvContentPartPr/>
                <p14:nvPr/>
              </p14:nvContentPartPr>
              <p14:xfrm>
                <a:off x="8169763" y="5915048"/>
                <a:ext cx="684000" cy="156240"/>
              </p14:xfrm>
            </p:contentPart>
          </mc:Choice>
          <mc:Fallback xmlns="">
            <p:pic>
              <p:nvPicPr>
                <p:cNvPr id="14" name="Entrada de lápiz 13">
                  <a:extLst>
                    <a:ext uri="{FF2B5EF4-FFF2-40B4-BE49-F238E27FC236}">
                      <a16:creationId xmlns:a16="http://schemas.microsoft.com/office/drawing/2014/main" id="{EA70D437-D63A-C4DF-78F4-88F359DD924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133763" y="5879048"/>
                  <a:ext cx="7556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Entrada de lápiz 15">
                  <a:extLst>
                    <a:ext uri="{FF2B5EF4-FFF2-40B4-BE49-F238E27FC236}">
                      <a16:creationId xmlns:a16="http://schemas.microsoft.com/office/drawing/2014/main" id="{D338917B-AD49-C34C-37C7-61A66DC708F3}"/>
                    </a:ext>
                  </a:extLst>
                </p14:cNvPr>
                <p14:cNvContentPartPr/>
                <p14:nvPr/>
              </p14:nvContentPartPr>
              <p14:xfrm>
                <a:off x="8873923" y="5921168"/>
                <a:ext cx="799920" cy="135720"/>
              </p14:xfrm>
            </p:contentPart>
          </mc:Choice>
          <mc:Fallback xmlns="">
            <p:pic>
              <p:nvPicPr>
                <p:cNvPr id="16" name="Entrada de lápiz 15">
                  <a:extLst>
                    <a:ext uri="{FF2B5EF4-FFF2-40B4-BE49-F238E27FC236}">
                      <a16:creationId xmlns:a16="http://schemas.microsoft.com/office/drawing/2014/main" id="{D338917B-AD49-C34C-37C7-61A66DC708F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837923" y="5885528"/>
                  <a:ext cx="87156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Entrada de lápiz 16">
                  <a:extLst>
                    <a:ext uri="{FF2B5EF4-FFF2-40B4-BE49-F238E27FC236}">
                      <a16:creationId xmlns:a16="http://schemas.microsoft.com/office/drawing/2014/main" id="{0072DC11-1C01-9A33-AC7D-D10E4CC115A8}"/>
                    </a:ext>
                  </a:extLst>
                </p14:cNvPr>
                <p14:cNvContentPartPr/>
                <p14:nvPr/>
              </p14:nvContentPartPr>
              <p14:xfrm>
                <a:off x="9563323" y="5904608"/>
                <a:ext cx="221040" cy="103680"/>
              </p14:xfrm>
            </p:contentPart>
          </mc:Choice>
          <mc:Fallback xmlns="">
            <p:pic>
              <p:nvPicPr>
                <p:cNvPr id="17" name="Entrada de lápiz 16">
                  <a:extLst>
                    <a:ext uri="{FF2B5EF4-FFF2-40B4-BE49-F238E27FC236}">
                      <a16:creationId xmlns:a16="http://schemas.microsoft.com/office/drawing/2014/main" id="{0072DC11-1C01-9A33-AC7D-D10E4CC115A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27683" y="5868968"/>
                  <a:ext cx="292680" cy="175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87035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157575E-9DEF-3F10-8870-3A8615010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600"/>
              <a:t>El resultado es un TOUCHDOWN!</a:t>
            </a:r>
          </a:p>
        </p:txBody>
      </p:sp>
      <p:sp>
        <p:nvSpPr>
          <p:cNvPr id="15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BB5D19E-5115-4F98-119D-BCE8A312B76B}"/>
              </a:ext>
            </a:extLst>
          </p:cNvPr>
          <p:cNvSpPr txBox="1"/>
          <p:nvPr/>
        </p:nvSpPr>
        <p:spPr>
          <a:xfrm>
            <a:off x="640080" y="2872899"/>
            <a:ext cx="4243589" cy="33206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El touchdown </a:t>
            </a:r>
            <a:r>
              <a:rPr lang="en-US" sz="2200" dirty="0" err="1"/>
              <a:t>suma</a:t>
            </a:r>
            <a:r>
              <a:rPr lang="en-US" sz="2200" dirty="0"/>
              <a:t> 6 puntos al </a:t>
            </a:r>
            <a:r>
              <a:rPr lang="en-US" sz="2200" dirty="0" err="1"/>
              <a:t>equipo</a:t>
            </a:r>
            <a:r>
              <a:rPr lang="en-US" sz="2200" dirty="0"/>
              <a:t> </a:t>
            </a:r>
            <a:r>
              <a:rPr lang="en-US" sz="2200" dirty="0" err="1"/>
              <a:t>que</a:t>
            </a:r>
            <a:r>
              <a:rPr lang="en-US" sz="2200" dirty="0"/>
              <a:t> </a:t>
            </a:r>
            <a:r>
              <a:rPr lang="en-US" sz="2200" dirty="0" err="1"/>
              <a:t>anotó</a:t>
            </a:r>
            <a:r>
              <a:rPr lang="en-US" sz="2200" dirty="0"/>
              <a:t>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 err="1"/>
              <a:t>Después</a:t>
            </a:r>
            <a:r>
              <a:rPr lang="en-US" sz="2200" dirty="0"/>
              <a:t> de </a:t>
            </a:r>
            <a:r>
              <a:rPr lang="en-US" sz="2200" dirty="0" err="1"/>
              <a:t>eso</a:t>
            </a:r>
            <a:r>
              <a:rPr lang="en-US" sz="2200" dirty="0"/>
              <a:t>, </a:t>
            </a:r>
            <a:r>
              <a:rPr lang="en-US" sz="2200" dirty="0" err="1"/>
              <a:t>tienen</a:t>
            </a:r>
            <a:r>
              <a:rPr lang="en-US" sz="2200" dirty="0"/>
              <a:t> </a:t>
            </a:r>
            <a:r>
              <a:rPr lang="en-US" sz="2200" dirty="0" err="1"/>
              <a:t>oportunidad</a:t>
            </a:r>
            <a:r>
              <a:rPr lang="en-US" sz="2200" dirty="0"/>
              <a:t> de </a:t>
            </a:r>
            <a:r>
              <a:rPr lang="en-US" sz="2200" dirty="0" err="1"/>
              <a:t>patear</a:t>
            </a:r>
            <a:r>
              <a:rPr lang="en-US" sz="2200" dirty="0"/>
              <a:t> un punto extra (+1) o </a:t>
            </a:r>
            <a:r>
              <a:rPr lang="en-US" sz="2200" dirty="0" err="1"/>
              <a:t>intentar</a:t>
            </a:r>
            <a:r>
              <a:rPr lang="en-US" sz="2200" dirty="0"/>
              <a:t> </a:t>
            </a:r>
            <a:r>
              <a:rPr lang="en-US" sz="2200" dirty="0" err="1"/>
              <a:t>una</a:t>
            </a:r>
            <a:r>
              <a:rPr lang="en-US" sz="2200" dirty="0"/>
              <a:t> </a:t>
            </a:r>
            <a:r>
              <a:rPr lang="en-US" sz="2200" dirty="0" err="1"/>
              <a:t>conversión</a:t>
            </a:r>
            <a:r>
              <a:rPr lang="en-US" sz="2200" dirty="0"/>
              <a:t> de 2 puntos (+2)</a:t>
            </a:r>
          </a:p>
        </p:txBody>
      </p:sp>
      <p:pic>
        <p:nvPicPr>
          <p:cNvPr id="6" name="Marcador de contenido 5" descr="Un jugador de fútbol corriendo en una pista&#10;&#10;El contenido generado por IA puede ser incorrecto.">
            <a:extLst>
              <a:ext uri="{FF2B5EF4-FFF2-40B4-BE49-F238E27FC236}">
                <a16:creationId xmlns:a16="http://schemas.microsoft.com/office/drawing/2014/main" id="{AA4CFA5F-18EE-EEA0-DCBC-5A1EEAED54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34" r="25565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331738681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E318F0D-7AFD-80FB-BCAF-7DD4C153A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600"/>
              <a:t>¿Y si no logramos hacer un nuevo 1ero y 10?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Imagen 7" descr="Un jugador de fútbol con espectadores">
            <a:extLst>
              <a:ext uri="{FF2B5EF4-FFF2-40B4-BE49-F238E27FC236}">
                <a16:creationId xmlns:a16="http://schemas.microsoft.com/office/drawing/2014/main" id="{35EDB417-1BC9-F8CE-2119-FF3CAA1F72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5774" r="18049"/>
          <a:stretch>
            <a:fillRect/>
          </a:stretch>
        </p:blipFill>
        <p:spPr>
          <a:xfrm>
            <a:off x="1069736" y="2642616"/>
            <a:ext cx="4115023" cy="3605784"/>
          </a:xfrm>
          <a:prstGeom prst="rect">
            <a:avLst/>
          </a:prstGeom>
        </p:spPr>
      </p:pic>
      <p:pic>
        <p:nvPicPr>
          <p:cNvPr id="5" name="Marcador de contenido 4" descr="Un jugador de fútbol pateando una pelota&#10;&#10;El contenido generado por IA puede ser incorrecto.">
            <a:extLst>
              <a:ext uri="{FF2B5EF4-FFF2-40B4-BE49-F238E27FC236}">
                <a16:creationId xmlns:a16="http://schemas.microsoft.com/office/drawing/2014/main" id="{20BFA113-5812-1042-41AF-528D2D6FD9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360742" y="2642616"/>
            <a:ext cx="5401923" cy="3605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13603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 descr="Un estadio de fútbol&#10;&#10;El contenido generado por IA puede ser incorrecto.">
            <a:extLst>
              <a:ext uri="{FF2B5EF4-FFF2-40B4-BE49-F238E27FC236}">
                <a16:creationId xmlns:a16="http://schemas.microsoft.com/office/drawing/2014/main" id="{A52C7A42-F5B0-E8D8-9BB9-7A122A7BF5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3118" r="3118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F0E9F7-7CE8-2645-00AF-04E5D3142C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s-MX" sz="4000"/>
              <a:t>Ya tenemos las bases, ¿qué investigué?</a:t>
            </a:r>
            <a:endParaRPr lang="en-US" sz="400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CF12FB2-72D0-307A-D2A7-706BBB4D7A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pPr lvl="0"/>
            <a:r>
              <a:rPr lang="es-MX" sz="1900" dirty="0"/>
              <a:t>Relación entre las yardas promedio de un equipo con la cantidad de victorias.</a:t>
            </a:r>
            <a:endParaRPr lang="en-US" sz="1900" dirty="0"/>
          </a:p>
          <a:p>
            <a:pPr lvl="0"/>
            <a:r>
              <a:rPr lang="es-MX" sz="1900" dirty="0"/>
              <a:t>Relación entre la ratio de </a:t>
            </a:r>
            <a:r>
              <a:rPr lang="es-MX" sz="1900" dirty="0" err="1"/>
              <a:t>turnovers</a:t>
            </a:r>
            <a:r>
              <a:rPr lang="es-MX" sz="1900" dirty="0"/>
              <a:t> de un equipo con la cantidad de victorias.</a:t>
            </a:r>
            <a:endParaRPr lang="en-US" sz="1900" dirty="0"/>
          </a:p>
          <a:p>
            <a:pPr lvl="0"/>
            <a:r>
              <a:rPr lang="es-MX" sz="1900" dirty="0"/>
              <a:t>Relación entre la eficiencia de pase vs la de acarreos de un equipo y la cantidad de victorias.</a:t>
            </a:r>
            <a:endParaRPr lang="en-US" sz="1900" dirty="0"/>
          </a:p>
          <a:p>
            <a:pPr lvl="0"/>
            <a:r>
              <a:rPr lang="es-MX" sz="1900" dirty="0"/>
              <a:t>Relación entre la condición de local o visitante y la cantidad de victorias.</a:t>
            </a:r>
            <a:endParaRPr lang="en-US" sz="1900" dirty="0"/>
          </a:p>
          <a:p>
            <a:pPr marL="0" indent="0">
              <a:buNone/>
            </a:pPr>
            <a:endParaRPr lang="en-US" sz="1900" dirty="0"/>
          </a:p>
        </p:txBody>
      </p:sp>
    </p:spTree>
    <p:extLst>
      <p:ext uri="{BB962C8B-B14F-4D97-AF65-F5344CB8AC3E}">
        <p14:creationId xmlns:p14="http://schemas.microsoft.com/office/powerpoint/2010/main" val="3521937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9664CD4-7E31-CF51-4103-B464A36B8E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s-MX" sz="5400"/>
              <a:t>Hipótesis </a:t>
            </a:r>
            <a:r>
              <a:rPr lang="es-MX" sz="5400" dirty="0"/>
              <a:t>rápida:</a:t>
            </a:r>
            <a:endParaRPr lang="en-US" sz="5400" dirty="0"/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D96C1B7-8B10-0B92-004D-2BA1212FB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lvl="0"/>
            <a:r>
              <a:rPr lang="es-CR" sz="2000" dirty="0"/>
              <a:t>Los equipos con mayor cantidad de yardas totales tendrán mayores porcentajes de victoria</a:t>
            </a:r>
            <a:endParaRPr lang="en-US" sz="2000" dirty="0"/>
          </a:p>
          <a:p>
            <a:pPr lvl="0"/>
            <a:r>
              <a:rPr lang="es-CR" sz="2000" dirty="0"/>
              <a:t>El </a:t>
            </a:r>
            <a:r>
              <a:rPr lang="es-CR" sz="2000" dirty="0" err="1"/>
              <a:t>turnover</a:t>
            </a:r>
            <a:r>
              <a:rPr lang="es-CR" sz="2000" dirty="0"/>
              <a:t> ratio será un predictor tan fuerte como las yardas totales</a:t>
            </a:r>
            <a:endParaRPr lang="en-US" sz="2000" dirty="0"/>
          </a:p>
          <a:p>
            <a:pPr lvl="0"/>
            <a:r>
              <a:rPr lang="es-CR" sz="2000" dirty="0"/>
              <a:t>La eficiencia en pase se relaciona más con victorias que la eficiencia en carrera</a:t>
            </a:r>
            <a:endParaRPr lang="en-US" sz="2000" dirty="0"/>
          </a:p>
          <a:p>
            <a:pPr lvl="0"/>
            <a:r>
              <a:rPr lang="es-CR" sz="2000" dirty="0"/>
              <a:t>Existe una ventaja al jugar como local versus visitante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5" name="Imagen 4" descr="Un grupo de hombres jugando fútbol&#10;&#10;El contenido generado por IA puede ser incorrecto.">
            <a:extLst>
              <a:ext uri="{FF2B5EF4-FFF2-40B4-BE49-F238E27FC236}">
                <a16:creationId xmlns:a16="http://schemas.microsoft.com/office/drawing/2014/main" id="{1AB44CA5-309E-E310-F031-2944E497A6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7789" r="25790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182465070"/>
      </p:ext>
    </p:extLst>
  </p:cSld>
  <p:clrMapOvr>
    <a:masterClrMapping/>
  </p:clrMapOvr>
  <p:transition spd="med">
    <p:pull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 descr="Un campo de césped&#10;&#10;El contenido generado por IA puede ser incorrecto.">
            <a:extLst>
              <a:ext uri="{FF2B5EF4-FFF2-40B4-BE49-F238E27FC236}">
                <a16:creationId xmlns:a16="http://schemas.microsoft.com/office/drawing/2014/main" id="{56FAED47-B8D6-9D34-0D4D-C2033BF322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15709" r="-1" b="-1"/>
          <a:stretch>
            <a:fillRect/>
          </a:stretch>
        </p:blipFill>
        <p:spPr>
          <a:xfrm>
            <a:off x="20" y="10"/>
            <a:ext cx="12188930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4C80963-ED29-0078-1087-B6C8E3AB4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3"/>
            <a:ext cx="9144000" cy="30632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100">
                <a:solidFill>
                  <a:schemeClr val="bg1"/>
                </a:solidFill>
              </a:rPr>
              <a:t>1) Relación entre las yardas promedio de un equipo con la cantidad de victorias.</a:t>
            </a:r>
          </a:p>
        </p:txBody>
      </p:sp>
      <p:sp>
        <p:nvSpPr>
          <p:cNvPr id="13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7097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AC0F602F-28C4-36B8-4C91-B760378FF8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698" y="0"/>
            <a:ext cx="11272603" cy="6862277"/>
          </a:xfrm>
        </p:spPr>
      </p:pic>
    </p:spTree>
    <p:extLst>
      <p:ext uri="{BB962C8B-B14F-4D97-AF65-F5344CB8AC3E}">
        <p14:creationId xmlns:p14="http://schemas.microsoft.com/office/powerpoint/2010/main" val="26779420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69D47016-023F-44BD-981C-50E7A10A6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FF03B08-2350-260E-4BDA-3DE08BB3B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57200"/>
            <a:ext cx="4343400" cy="1929384"/>
          </a:xfrm>
        </p:spPr>
        <p:txBody>
          <a:bodyPr anchor="ctr">
            <a:normAutofit/>
          </a:bodyPr>
          <a:lstStyle/>
          <a:p>
            <a:r>
              <a:rPr lang="es-MX" sz="3000"/>
              <a:t>2) Relación entre la ratio de turnovers de un equipo con la cantidad de victorias.</a:t>
            </a:r>
            <a:endParaRPr lang="en-US" sz="3000"/>
          </a:p>
        </p:txBody>
      </p:sp>
      <p:sp>
        <p:nvSpPr>
          <p:cNvPr id="15" name="sketchy line">
            <a:extLst>
              <a:ext uri="{FF2B5EF4-FFF2-40B4-BE49-F238E27FC236}">
                <a16:creationId xmlns:a16="http://schemas.microsoft.com/office/drawing/2014/main" id="{6D8B37B0-0682-433E-BC8D-498C04ABD9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471415" y="1412748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F6A8ACD-5838-9C0D-D9A3-83998E43AD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1263" y="457200"/>
            <a:ext cx="6007608" cy="192938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s-MX" sz="2200" dirty="0"/>
              <a:t>¿Qué es un </a:t>
            </a:r>
            <a:r>
              <a:rPr lang="es-MX" sz="2200" dirty="0" err="1"/>
              <a:t>turnover</a:t>
            </a:r>
            <a:r>
              <a:rPr lang="es-MX" sz="2200" dirty="0"/>
              <a:t>?</a:t>
            </a:r>
          </a:p>
          <a:p>
            <a:pPr marL="0" indent="0">
              <a:buNone/>
            </a:pPr>
            <a:r>
              <a:rPr lang="es-MX" sz="2200" dirty="0"/>
              <a:t>Generados por la defensiva de un equipo:</a:t>
            </a:r>
          </a:p>
          <a:p>
            <a:r>
              <a:rPr lang="es-MX" sz="2200" dirty="0"/>
              <a:t>Intercepción</a:t>
            </a:r>
          </a:p>
          <a:p>
            <a:r>
              <a:rPr lang="es-MX" sz="2200" dirty="0" err="1"/>
              <a:t>Fumble</a:t>
            </a:r>
            <a:endParaRPr lang="en-US" sz="2200" dirty="0"/>
          </a:p>
        </p:txBody>
      </p:sp>
      <p:pic>
        <p:nvPicPr>
          <p:cNvPr id="5" name="Imagen 4" descr="Un grupo de personas junto a un jugador de fútbol americano&#10;&#10;El contenido generado por IA puede ser incorrecto.">
            <a:extLst>
              <a:ext uri="{FF2B5EF4-FFF2-40B4-BE49-F238E27FC236}">
                <a16:creationId xmlns:a16="http://schemas.microsoft.com/office/drawing/2014/main" id="{8C37BE4C-30C5-2A93-757A-6BB0050006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670609" y="2590785"/>
            <a:ext cx="4709038" cy="3678936"/>
          </a:xfrm>
          <a:prstGeom prst="rect">
            <a:avLst/>
          </a:prstGeom>
        </p:spPr>
      </p:pic>
      <p:pic>
        <p:nvPicPr>
          <p:cNvPr id="8" name="Imagen 7" descr="Un jugador de fútbol con espectadores&#10;&#10;El contenido generado por IA puede ser incorrecto.">
            <a:extLst>
              <a:ext uri="{FF2B5EF4-FFF2-40B4-BE49-F238E27FC236}">
                <a16:creationId xmlns:a16="http://schemas.microsoft.com/office/drawing/2014/main" id="{D8843D09-68C1-10A3-2685-E0A3205BA1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01249" y="2590785"/>
            <a:ext cx="5468112" cy="3636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050709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6ED72FBA-7A09-DCD1-B11B-C7AEB44BD2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665" y="0"/>
            <a:ext cx="11622669" cy="6858000"/>
          </a:xfrm>
        </p:spPr>
      </p:pic>
    </p:spTree>
    <p:extLst>
      <p:ext uri="{BB962C8B-B14F-4D97-AF65-F5344CB8AC3E}">
        <p14:creationId xmlns:p14="http://schemas.microsoft.com/office/powerpoint/2010/main" val="3352163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Slide Background">
            <a:extLst>
              <a:ext uri="{FF2B5EF4-FFF2-40B4-BE49-F238E27FC236}">
                <a16:creationId xmlns:a16="http://schemas.microsoft.com/office/drawing/2014/main" id="{7B1AB9FE-36F5-4FD1-9850-DB5C5AD482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 descr="Imagen que contiene pasto, persona, competencia de atletismo, deporte&#10;&#10;El contenido generado por IA puede ser incorrecto.">
            <a:extLst>
              <a:ext uri="{FF2B5EF4-FFF2-40B4-BE49-F238E27FC236}">
                <a16:creationId xmlns:a16="http://schemas.microsoft.com/office/drawing/2014/main" id="{CC439B89-D86C-37E8-756D-F45330CCCB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11778" b="8223"/>
          <a:stretch>
            <a:fillRect/>
          </a:stretch>
        </p:blipFill>
        <p:spPr>
          <a:xfrm>
            <a:off x="20" y="10"/>
            <a:ext cx="12191979" cy="5486390"/>
          </a:xfrm>
          <a:prstGeom prst="rect">
            <a:avLst/>
          </a:prstGeom>
          <a:effectLst>
            <a:outerShdw blurRad="596900" dist="330200" dir="8820000" sx="87000" sy="87000" algn="ctr" rotWithShape="0">
              <a:srgbClr val="000000">
                <a:alpha val="29000"/>
              </a:srgbClr>
            </a:outerShdw>
          </a:effectLst>
        </p:spPr>
      </p:pic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489C2E0-4895-4B72-85EA-7EE9FAFFDC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486402"/>
            <a:ext cx="12192000" cy="1371598"/>
          </a:xfrm>
          <a:prstGeom prst="rect">
            <a:avLst/>
          </a:prstGeom>
          <a:ln>
            <a:noFill/>
          </a:ln>
          <a:effectLst>
            <a:outerShdw blurRad="254000" dist="114300" dir="20340000" sx="89000" sy="89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7EB36E6-E2E3-0BF8-0C17-E4E702615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56" y="5746071"/>
            <a:ext cx="7015499" cy="85226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500"/>
              <a:t>3) Relación entre la eficiencia de pase vs la de acarreos de un equipo y la cantidad de victorias.</a:t>
            </a:r>
          </a:p>
        </p:txBody>
      </p:sp>
    </p:spTree>
    <p:extLst>
      <p:ext uri="{BB962C8B-B14F-4D97-AF65-F5344CB8AC3E}">
        <p14:creationId xmlns:p14="http://schemas.microsoft.com/office/powerpoint/2010/main" val="392912371"/>
      </p:ext>
    </p:extLst>
  </p:cSld>
  <p:clrMapOvr>
    <a:masterClrMapping/>
  </p:clrMapOvr>
  <p:transition spd="slow">
    <p:push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D8512C7A-25EB-AAD6-05F4-88C7AAB417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640" y="0"/>
            <a:ext cx="11372719" cy="6858000"/>
          </a:xfrm>
        </p:spPr>
      </p:pic>
    </p:spTree>
    <p:extLst>
      <p:ext uri="{BB962C8B-B14F-4D97-AF65-F5344CB8AC3E}">
        <p14:creationId xmlns:p14="http://schemas.microsoft.com/office/powerpoint/2010/main" val="14833014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8">
            <a:extLst>
              <a:ext uri="{FF2B5EF4-FFF2-40B4-BE49-F238E27FC236}">
                <a16:creationId xmlns:a16="http://schemas.microsoft.com/office/drawing/2014/main" id="{E914257E-1E2A-4AC7-89EC-1FB65C9C0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0">
            <a:extLst>
              <a:ext uri="{FF2B5EF4-FFF2-40B4-BE49-F238E27FC236}">
                <a16:creationId xmlns:a16="http://schemas.microsoft.com/office/drawing/2014/main" id="{03E1C8F1-97F5-489C-8308-958F096572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3FA481F-58DF-1FBE-BC5D-AF3DEE367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810" y="127805"/>
            <a:ext cx="7649239" cy="74295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Gráfico</a:t>
            </a:r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6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complementario</a:t>
            </a:r>
            <a:endParaRPr lang="en-US" sz="36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Imagen 3" descr="Gráfico, Gráfico de dispersión">
            <a:extLst>
              <a:ext uri="{FF2B5EF4-FFF2-40B4-BE49-F238E27FC236}">
                <a16:creationId xmlns:a16="http://schemas.microsoft.com/office/drawing/2014/main" id="{6BBD35F7-68AC-3AD7-3BE9-27CB1C3797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609" y="876764"/>
            <a:ext cx="9565358" cy="5978348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EB62645-D4DA-4E99-8344-B1536F63D1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066780"/>
      </p:ext>
    </p:extLst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F8B402-0906-0E93-99E1-D776E8A0D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6257"/>
            <a:ext cx="6926703" cy="80416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500"/>
              <a:t>4) Relación entre la condición de local o visitante y la cantidad de victorias.</a:t>
            </a:r>
          </a:p>
        </p:txBody>
      </p:sp>
      <p:pic>
        <p:nvPicPr>
          <p:cNvPr id="16" name="Marcador de contenido 15" descr="Un tren pasando en vías al lado de un estadio&#10;&#10;El contenido generado por IA puede ser incorrecto.">
            <a:extLst>
              <a:ext uri="{FF2B5EF4-FFF2-40B4-BE49-F238E27FC236}">
                <a16:creationId xmlns:a16="http://schemas.microsoft.com/office/drawing/2014/main" id="{53D731B0-6AF2-6C17-6FAD-1E852BB7AE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3858" b="8210"/>
          <a:stretch>
            <a:fillRect/>
          </a:stretch>
        </p:blipFill>
        <p:spPr>
          <a:xfrm>
            <a:off x="20" y="10"/>
            <a:ext cx="12191980" cy="5279933"/>
          </a:xfrm>
          <a:prstGeom prst="rect">
            <a:avLst/>
          </a:prstGeom>
        </p:spPr>
      </p:pic>
      <p:grpSp>
        <p:nvGrpSpPr>
          <p:cNvPr id="39" name="Group 25">
            <a:extLst>
              <a:ext uri="{FF2B5EF4-FFF2-40B4-BE49-F238E27FC236}">
                <a16:creationId xmlns:a16="http://schemas.microsoft.com/office/drawing/2014/main" id="{0E76F6F3-F5F0-B26D-1B63-73AD0299B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5025" y="5193518"/>
            <a:ext cx="12207200" cy="123363"/>
            <a:chOff x="-5025" y="6737718"/>
            <a:chExt cx="12207200" cy="123363"/>
          </a:xfrm>
        </p:grpSpPr>
        <p:sp>
          <p:nvSpPr>
            <p:cNvPr id="40" name="Rectangle 26">
              <a:extLst>
                <a:ext uri="{FF2B5EF4-FFF2-40B4-BE49-F238E27FC236}">
                  <a16:creationId xmlns:a16="http://schemas.microsoft.com/office/drawing/2014/main" id="{ABC84BA2-BCC1-89D4-5592-8B2364E6B8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 flipH="1">
              <a:off x="6036894" y="695800"/>
              <a:ext cx="123362" cy="12207199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27">
              <a:extLst>
                <a:ext uri="{FF2B5EF4-FFF2-40B4-BE49-F238E27FC236}">
                  <a16:creationId xmlns:a16="http://schemas.microsoft.com/office/drawing/2014/main" id="{39C4FA24-7C12-A16B-31C2-891750171B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176406" y="3835311"/>
              <a:ext cx="123362" cy="5928176"/>
            </a:xfrm>
            <a:prstGeom prst="rect">
              <a:avLst/>
            </a:prstGeom>
            <a:gradFill>
              <a:gsLst>
                <a:gs pos="19000">
                  <a:schemeClr val="accent5"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6364778"/>
      </p:ext>
    </p:extLst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cador de contenido 5" descr="Gráfico, Gráfico de cajas y bigotes&#10;&#10;El contenido generado por IA puede ser incorrecto.">
            <a:extLst>
              <a:ext uri="{FF2B5EF4-FFF2-40B4-BE49-F238E27FC236}">
                <a16:creationId xmlns:a16="http://schemas.microsoft.com/office/drawing/2014/main" id="{BB6C86A4-3A2C-1690-6FAE-88BCFA64FF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846" y="0"/>
            <a:ext cx="10722308" cy="6858000"/>
          </a:xfrm>
        </p:spPr>
      </p:pic>
    </p:spTree>
    <p:extLst>
      <p:ext uri="{BB962C8B-B14F-4D97-AF65-F5344CB8AC3E}">
        <p14:creationId xmlns:p14="http://schemas.microsoft.com/office/powerpoint/2010/main" val="3974627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5C9D85F1-6620-8629-7606-601C0AF7193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FBA54FC-3E07-A628-B32D-FBDB3581A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s-MX">
                <a:solidFill>
                  <a:srgbClr val="FFFFFF"/>
                </a:solidFill>
              </a:rPr>
              <a:t>Resultados</a:t>
            </a:r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245C8F-76CC-789B-4B20-5E8FB0611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s-MX" dirty="0">
                <a:solidFill>
                  <a:srgbClr val="FFFFFF"/>
                </a:solidFill>
              </a:rPr>
              <a:t>De las 4 ideas, la cantidad de yardas por partido es el factor que más se relaciona con la victoria en un equipo.</a:t>
            </a:r>
          </a:p>
          <a:p>
            <a:r>
              <a:rPr lang="es-MX" dirty="0">
                <a:solidFill>
                  <a:srgbClr val="FFFFFF"/>
                </a:solidFill>
              </a:rPr>
              <a:t>El </a:t>
            </a:r>
            <a:r>
              <a:rPr lang="es-MX" dirty="0" err="1">
                <a:solidFill>
                  <a:srgbClr val="FFFFFF"/>
                </a:solidFill>
              </a:rPr>
              <a:t>turnover</a:t>
            </a:r>
            <a:r>
              <a:rPr lang="es-MX" dirty="0">
                <a:solidFill>
                  <a:srgbClr val="FFFFFF"/>
                </a:solidFill>
              </a:rPr>
              <a:t> ratio no fue tan dominante como lo esperado.</a:t>
            </a:r>
          </a:p>
          <a:p>
            <a:r>
              <a:rPr lang="es-MX" dirty="0">
                <a:solidFill>
                  <a:srgbClr val="FFFFFF"/>
                </a:solidFill>
              </a:rPr>
              <a:t>A pesar de esto, se pueden observar relaciones con ideas como la ventaja al jugar de local y que la efectividad gana partidos.</a:t>
            </a:r>
          </a:p>
          <a:p>
            <a:r>
              <a:rPr lang="en-US" dirty="0">
                <a:solidFill>
                  <a:srgbClr val="FFFFFF"/>
                </a:solidFill>
              </a:rPr>
              <a:t>Baltimore (BAL) es </a:t>
            </a:r>
            <a:r>
              <a:rPr lang="en-US" dirty="0" err="1">
                <a:solidFill>
                  <a:srgbClr val="FFFFFF"/>
                </a:solidFill>
              </a:rPr>
              <a:t>el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equipo</a:t>
            </a:r>
            <a:r>
              <a:rPr lang="en-US" dirty="0">
                <a:solidFill>
                  <a:srgbClr val="FFFFFF"/>
                </a:solidFill>
              </a:rPr>
              <a:t> con </a:t>
            </a:r>
            <a:r>
              <a:rPr lang="en-US" dirty="0" err="1">
                <a:solidFill>
                  <a:srgbClr val="FFFFFF"/>
                </a:solidFill>
              </a:rPr>
              <a:t>mejores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estadísticas</a:t>
            </a:r>
            <a:r>
              <a:rPr lang="en-US" dirty="0">
                <a:solidFill>
                  <a:srgbClr val="FFFFFF"/>
                </a:solidFill>
              </a:rPr>
              <a:t>, lo </a:t>
            </a:r>
            <a:r>
              <a:rPr lang="en-US" dirty="0" err="1">
                <a:solidFill>
                  <a:srgbClr val="FFFFFF"/>
                </a:solidFill>
              </a:rPr>
              <a:t>cual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refleja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su</a:t>
            </a:r>
            <a:r>
              <a:rPr lang="en-US" dirty="0">
                <a:solidFill>
                  <a:srgbClr val="FFFFFF"/>
                </a:solidFill>
              </a:rPr>
              <a:t> % de </a:t>
            </a:r>
            <a:r>
              <a:rPr lang="en-US" dirty="0" err="1">
                <a:solidFill>
                  <a:srgbClr val="FFFFFF"/>
                </a:solidFill>
              </a:rPr>
              <a:t>victorias</a:t>
            </a:r>
            <a:r>
              <a:rPr lang="en-US" dirty="0">
                <a:solidFill>
                  <a:srgbClr val="FFFFFF"/>
                </a:solidFill>
              </a:rPr>
              <a:t>. Lo </a:t>
            </a:r>
            <a:r>
              <a:rPr lang="en-US" dirty="0" err="1">
                <a:solidFill>
                  <a:srgbClr val="FFFFFF"/>
                </a:solidFill>
              </a:rPr>
              <a:t>contrario</a:t>
            </a:r>
            <a:r>
              <a:rPr lang="en-US" dirty="0">
                <a:solidFill>
                  <a:srgbClr val="FFFFFF"/>
                </a:solidFill>
              </a:rPr>
              <a:t> </a:t>
            </a:r>
            <a:r>
              <a:rPr lang="en-US" dirty="0" err="1">
                <a:solidFill>
                  <a:srgbClr val="FFFFFF"/>
                </a:solidFill>
              </a:rPr>
              <a:t>pasa</a:t>
            </a:r>
            <a:r>
              <a:rPr lang="en-US" dirty="0">
                <a:solidFill>
                  <a:srgbClr val="FFFFFF"/>
                </a:solidFill>
              </a:rPr>
              <a:t> con Carolina (CAR).</a:t>
            </a:r>
          </a:p>
          <a:p>
            <a:r>
              <a:rPr lang="es-419" dirty="0">
                <a:solidFill>
                  <a:srgbClr val="FFFFFF"/>
                </a:solidFill>
              </a:rPr>
              <a:t>Los factores estudiados explican tendencias, pero el fútbol americano sigue siendo impredecible - las estadísticas guían, pero no determinan el resultado final.</a:t>
            </a:r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83220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comb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14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49C13A6-AB79-884F-1F33-823EC8094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¡Muchas gracias!</a:t>
            </a:r>
          </a:p>
        </p:txBody>
      </p:sp>
      <p:sp>
        <p:nvSpPr>
          <p:cNvPr id="26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Marcador de contenido 9" descr="Flor de color morado&#10;&#10;El contenido generado por IA puede ser incorrecto.">
            <a:extLst>
              <a:ext uri="{FF2B5EF4-FFF2-40B4-BE49-F238E27FC236}">
                <a16:creationId xmlns:a16="http://schemas.microsoft.com/office/drawing/2014/main" id="{56A1FEC8-3C97-CF93-8B48-2B98276C31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654296" y="1187771"/>
            <a:ext cx="7214616" cy="445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080705"/>
      </p:ext>
    </p:extLst>
  </p:cSld>
  <p:clrMapOvr>
    <a:masterClrMapping/>
  </p:clrMapOvr>
  <p:transition>
    <p:cover dir="d"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505</Words>
  <Application>Microsoft Office PowerPoint</Application>
  <PresentationFormat>Panorámica</PresentationFormat>
  <Paragraphs>49</Paragraphs>
  <Slides>23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7" baseType="lpstr">
      <vt:lpstr>Aptos</vt:lpstr>
      <vt:lpstr>Aptos Display</vt:lpstr>
      <vt:lpstr>Arial</vt:lpstr>
      <vt:lpstr>Tema de Office</vt:lpstr>
      <vt:lpstr>Factores Determinantes en el Porcentaje de Victorias en la NFL: Temporada 2023</vt:lpstr>
      <vt:lpstr>Antes que nada, ¿cómo se juega al fútbol americano?</vt:lpstr>
      <vt:lpstr>¿Cuál es la meta?</vt:lpstr>
      <vt:lpstr>¿Cuál es la meta?</vt:lpstr>
      <vt:lpstr>¿Cómo logro el 1ero y 10?</vt:lpstr>
      <vt:lpstr>Primera forma: jugada de pase</vt:lpstr>
      <vt:lpstr>Segunda forma: acarreo terrestre</vt:lpstr>
      <vt:lpstr>Imaginemos que hacemos muchos 1eros y 10 ¿Qué pasa?</vt:lpstr>
      <vt:lpstr>El resultado es un TOUCHDOWN!</vt:lpstr>
      <vt:lpstr>¿Y si no logramos hacer un nuevo 1ero y 10?</vt:lpstr>
      <vt:lpstr>Ya tenemos las bases, ¿qué investigué?</vt:lpstr>
      <vt:lpstr>Hipótesis rápida:</vt:lpstr>
      <vt:lpstr>1) Relación entre las yardas promedio de un equipo con la cantidad de victorias.</vt:lpstr>
      <vt:lpstr>Presentación de PowerPoint</vt:lpstr>
      <vt:lpstr>2) Relación entre la ratio de turnovers de un equipo con la cantidad de victorias.</vt:lpstr>
      <vt:lpstr>Presentación de PowerPoint</vt:lpstr>
      <vt:lpstr>3) Relación entre la eficiencia de pase vs la de acarreos de un equipo y la cantidad de victorias.</vt:lpstr>
      <vt:lpstr>Presentación de PowerPoint</vt:lpstr>
      <vt:lpstr>Gráfico complementario</vt:lpstr>
      <vt:lpstr>4) Relación entre la condición de local o visitante y la cantidad de victorias.</vt:lpstr>
      <vt:lpstr>Presentación de PowerPoint</vt:lpstr>
      <vt:lpstr>Resultados</vt:lpstr>
      <vt:lpstr>¡Muchas 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Cascante Espinoza</dc:creator>
  <cp:lastModifiedBy>Daniel Cascante Espinoza</cp:lastModifiedBy>
  <cp:revision>1</cp:revision>
  <dcterms:created xsi:type="dcterms:W3CDTF">2025-11-10T04:28:27Z</dcterms:created>
  <dcterms:modified xsi:type="dcterms:W3CDTF">2025-11-14T23:34:58Z</dcterms:modified>
</cp:coreProperties>
</file>