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78" r:id="rId13"/>
    <p:sldId id="273" r:id="rId14"/>
    <p:sldId id="267" r:id="rId15"/>
    <p:sldId id="275" r:id="rId16"/>
    <p:sldId id="268" r:id="rId17"/>
    <p:sldId id="276" r:id="rId18"/>
    <p:sldId id="269" r:id="rId19"/>
    <p:sldId id="274" r:id="rId20"/>
    <p:sldId id="277" r:id="rId21"/>
    <p:sldId id="270" r:id="rId22"/>
    <p:sldId id="271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F5EFB4-B1BA-4F86-A38E-CA6E160360D5}" v="259" dt="2025-11-13T00:12:05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Cascante Espinoza" userId="6a9774af1d4df581" providerId="LiveId" clId="{9E5ECC90-2B3E-474C-9174-B907BE02AEBB}"/>
    <pc:docChg chg="undo custSel addSld delSld modSld sldOrd">
      <pc:chgData name="Daniel Cascante Espinoza" userId="6a9774af1d4df581" providerId="LiveId" clId="{9E5ECC90-2B3E-474C-9174-B907BE02AEBB}" dt="2025-11-13T00:15:53.677" v="2397" actId="20577"/>
      <pc:docMkLst>
        <pc:docMk/>
      </pc:docMkLst>
      <pc:sldChg chg="addSp delSp modSp new mod modTransition setBg">
        <pc:chgData name="Daniel Cascante Espinoza" userId="6a9774af1d4df581" providerId="LiveId" clId="{9E5ECC90-2B3E-474C-9174-B907BE02AEBB}" dt="2025-11-10T05:06:23.102" v="440" actId="1076"/>
        <pc:sldMkLst>
          <pc:docMk/>
          <pc:sldMk cId="3410218359" sldId="257"/>
        </pc:sldMkLst>
        <pc:spChg chg="mod">
          <ac:chgData name="Daniel Cascante Espinoza" userId="6a9774af1d4df581" providerId="LiveId" clId="{9E5ECC90-2B3E-474C-9174-B907BE02AEBB}" dt="2025-11-10T04:48:50.350" v="292" actId="26606"/>
          <ac:spMkLst>
            <pc:docMk/>
            <pc:sldMk cId="3410218359" sldId="257"/>
            <ac:spMk id="2" creationId="{4780BFEA-B92A-F0B4-47BD-C04E40EAB579}"/>
          </ac:spMkLst>
        </pc:spChg>
        <pc:spChg chg="add mod">
          <ac:chgData name="Daniel Cascante Espinoza" userId="6a9774af1d4df581" providerId="LiveId" clId="{9E5ECC90-2B3E-474C-9174-B907BE02AEBB}" dt="2025-11-10T05:06:23.102" v="440" actId="1076"/>
          <ac:spMkLst>
            <pc:docMk/>
            <pc:sldMk cId="3410218359" sldId="257"/>
            <ac:spMk id="3" creationId="{491374DA-D92D-ADE7-248E-C398516A8E3F}"/>
          </ac:spMkLst>
        </pc:spChg>
        <pc:spChg chg="add mod">
          <ac:chgData name="Daniel Cascante Espinoza" userId="6a9774af1d4df581" providerId="LiveId" clId="{9E5ECC90-2B3E-474C-9174-B907BE02AEBB}" dt="2025-11-10T05:00:07.238" v="352" actId="5793"/>
          <ac:spMkLst>
            <pc:docMk/>
            <pc:sldMk cId="3410218359" sldId="257"/>
            <ac:spMk id="6" creationId="{C114B4D0-E4A7-0D4E-CC55-20C04445A8F6}"/>
          </ac:spMkLst>
        </pc:spChg>
        <pc:spChg chg="add">
          <ac:chgData name="Daniel Cascante Espinoza" userId="6a9774af1d4df581" providerId="LiveId" clId="{9E5ECC90-2B3E-474C-9174-B907BE02AEBB}" dt="2025-11-10T04:48:50.384" v="293" actId="26606"/>
          <ac:spMkLst>
            <pc:docMk/>
            <pc:sldMk cId="3410218359" sldId="257"/>
            <ac:spMk id="26" creationId="{32AEEBC8-9D30-42EF-95F2-386C2653FBF0}"/>
          </ac:spMkLst>
        </pc:spChg>
        <pc:spChg chg="add">
          <ac:chgData name="Daniel Cascante Espinoza" userId="6a9774af1d4df581" providerId="LiveId" clId="{9E5ECC90-2B3E-474C-9174-B907BE02AEBB}" dt="2025-11-10T04:48:50.384" v="293" actId="26606"/>
          <ac:spMkLst>
            <pc:docMk/>
            <pc:sldMk cId="3410218359" sldId="257"/>
            <ac:spMk id="27" creationId="{2E92FA66-67D7-4CB4-94D3-E643A9AD4757}"/>
          </ac:spMkLst>
        </pc:spChg>
        <pc:picChg chg="add mod ord">
          <ac:chgData name="Daniel Cascante Espinoza" userId="6a9774af1d4df581" providerId="LiveId" clId="{9E5ECC90-2B3E-474C-9174-B907BE02AEBB}" dt="2025-11-10T04:57:01.537" v="312" actId="14100"/>
          <ac:picMkLst>
            <pc:docMk/>
            <pc:sldMk cId="3410218359" sldId="257"/>
            <ac:picMk id="5" creationId="{5B09B4F4-4713-4EE3-AC74-B61670AE5859}"/>
          </ac:picMkLst>
        </pc:picChg>
        <pc:inkChg chg="add">
          <ac:chgData name="Daniel Cascante Espinoza" userId="6a9774af1d4df581" providerId="LiveId" clId="{9E5ECC90-2B3E-474C-9174-B907BE02AEBB}" dt="2025-11-10T04:57:27.778" v="314" actId="9405"/>
          <ac:inkMkLst>
            <pc:docMk/>
            <pc:sldMk cId="3410218359" sldId="257"/>
            <ac:inkMk id="8" creationId="{58FB58FC-CBB9-EEB7-F30F-C6F3F6742F2E}"/>
          </ac:inkMkLst>
        </pc:inkChg>
        <pc:inkChg chg="add">
          <ac:chgData name="Daniel Cascante Espinoza" userId="6a9774af1d4df581" providerId="LiveId" clId="{9E5ECC90-2B3E-474C-9174-B907BE02AEBB}" dt="2025-11-10T04:57:35.880" v="315" actId="9405"/>
          <ac:inkMkLst>
            <pc:docMk/>
            <pc:sldMk cId="3410218359" sldId="257"/>
            <ac:inkMk id="9" creationId="{B690E14E-8DA3-33CF-5388-C45FF448D701}"/>
          </ac:inkMkLst>
        </pc:inkChg>
        <pc:inkChg chg="add">
          <ac:chgData name="Daniel Cascante Espinoza" userId="6a9774af1d4df581" providerId="LiveId" clId="{9E5ECC90-2B3E-474C-9174-B907BE02AEBB}" dt="2025-11-10T04:57:40.077" v="316" actId="9405"/>
          <ac:inkMkLst>
            <pc:docMk/>
            <pc:sldMk cId="3410218359" sldId="257"/>
            <ac:inkMk id="10" creationId="{A15EC3A0-9E30-1052-919D-CB989C36030F}"/>
          </ac:inkMkLst>
        </pc:inkChg>
      </pc:sldChg>
      <pc:sldChg chg="addSp delSp modSp new mod modTransition setBg modAnim">
        <pc:chgData name="Daniel Cascante Espinoza" userId="6a9774af1d4df581" providerId="LiveId" clId="{9E5ECC90-2B3E-474C-9174-B907BE02AEBB}" dt="2025-11-10T05:28:56.937" v="629"/>
        <pc:sldMkLst>
          <pc:docMk/>
          <pc:sldMk cId="2404625768" sldId="258"/>
        </pc:sldMkLst>
        <pc:spChg chg="mod">
          <ac:chgData name="Daniel Cascante Espinoza" userId="6a9774af1d4df581" providerId="LiveId" clId="{9E5ECC90-2B3E-474C-9174-B907BE02AEBB}" dt="2025-11-10T05:19:59.214" v="563" actId="26606"/>
          <ac:spMkLst>
            <pc:docMk/>
            <pc:sldMk cId="2404625768" sldId="258"/>
            <ac:spMk id="2" creationId="{13289CA6-94FF-CF76-7D45-C561C77BE208}"/>
          </ac:spMkLst>
        </pc:spChg>
        <pc:spChg chg="add">
          <ac:chgData name="Daniel Cascante Espinoza" userId="6a9774af1d4df581" providerId="LiveId" clId="{9E5ECC90-2B3E-474C-9174-B907BE02AEBB}" dt="2025-11-10T05:19:59.214" v="563" actId="26606"/>
          <ac:spMkLst>
            <pc:docMk/>
            <pc:sldMk cId="2404625768" sldId="258"/>
            <ac:spMk id="20" creationId="{35DB3719-6FDC-4E5D-891D-FF40B7300F64}"/>
          </ac:spMkLst>
        </pc:spChg>
        <pc:spChg chg="add">
          <ac:chgData name="Daniel Cascante Espinoza" userId="6a9774af1d4df581" providerId="LiveId" clId="{9E5ECC90-2B3E-474C-9174-B907BE02AEBB}" dt="2025-11-10T05:19:59.214" v="563" actId="26606"/>
          <ac:spMkLst>
            <pc:docMk/>
            <pc:sldMk cId="2404625768" sldId="258"/>
            <ac:spMk id="22" creationId="{E0CBAC23-2E3F-4A90-BA59-F8299F6A5439}"/>
          </ac:spMkLst>
        </pc:spChg>
        <pc:graphicFrameChg chg="add">
          <ac:chgData name="Daniel Cascante Espinoza" userId="6a9774af1d4df581" providerId="LiveId" clId="{9E5ECC90-2B3E-474C-9174-B907BE02AEBB}" dt="2025-11-10T05:19:59.214" v="563" actId="26606"/>
          <ac:graphicFrameMkLst>
            <pc:docMk/>
            <pc:sldMk cId="2404625768" sldId="258"/>
            <ac:graphicFrameMk id="16" creationId="{A37D1893-1D7C-4D69-54A2-D0ED2AA447D2}"/>
          </ac:graphicFrameMkLst>
        </pc:graphicFrameChg>
      </pc:sldChg>
      <pc:sldChg chg="addSp delSp modSp add mod ord modTransition setBg modAnim delDesignElem">
        <pc:chgData name="Daniel Cascante Espinoza" userId="6a9774af1d4df581" providerId="LiveId" clId="{9E5ECC90-2B3E-474C-9174-B907BE02AEBB}" dt="2025-11-10T05:05:40.767" v="426"/>
        <pc:sldMkLst>
          <pc:docMk/>
          <pc:sldMk cId="70441213" sldId="259"/>
        </pc:sldMkLst>
        <pc:spChg chg="mod">
          <ac:chgData name="Daniel Cascante Espinoza" userId="6a9774af1d4df581" providerId="LiveId" clId="{9E5ECC90-2B3E-474C-9174-B907BE02AEBB}" dt="2025-11-10T05:01:43.540" v="394" actId="26606"/>
          <ac:spMkLst>
            <pc:docMk/>
            <pc:sldMk cId="70441213" sldId="259"/>
            <ac:spMk id="2" creationId="{C6B1A4CB-39FC-CFD0-82CE-19876EE58A06}"/>
          </ac:spMkLst>
        </pc:spChg>
        <pc:spChg chg="mod ord">
          <ac:chgData name="Daniel Cascante Espinoza" userId="6a9774af1d4df581" providerId="LiveId" clId="{9E5ECC90-2B3E-474C-9174-B907BE02AEBB}" dt="2025-11-10T05:01:32.434" v="393" actId="26606"/>
          <ac:spMkLst>
            <pc:docMk/>
            <pc:sldMk cId="70441213" sldId="259"/>
            <ac:spMk id="6" creationId="{EA642C57-9CB5-4ACF-66B0-BCB1DB1359EE}"/>
          </ac:spMkLst>
        </pc:spChg>
        <pc:spChg chg="add">
          <ac:chgData name="Daniel Cascante Espinoza" userId="6a9774af1d4df581" providerId="LiveId" clId="{9E5ECC90-2B3E-474C-9174-B907BE02AEBB}" dt="2025-11-10T05:04:01.065" v="414" actId="34122"/>
          <ac:spMkLst>
            <pc:docMk/>
            <pc:sldMk cId="70441213" sldId="259"/>
            <ac:spMk id="10" creationId="{E2EEDF33-36BD-464C-8F23-DFFE67557A15}"/>
          </ac:spMkLst>
        </pc:spChg>
        <pc:spChg chg="add mod">
          <ac:chgData name="Daniel Cascante Espinoza" userId="6a9774af1d4df581" providerId="LiveId" clId="{9E5ECC90-2B3E-474C-9174-B907BE02AEBB}" dt="2025-11-10T05:01:43.540" v="394" actId="26606"/>
          <ac:spMkLst>
            <pc:docMk/>
            <pc:sldMk cId="70441213" sldId="259"/>
            <ac:spMk id="11" creationId="{0FEE0C10-8E12-ED8E-C406-70B6669AA17B}"/>
          </ac:spMkLst>
        </pc:spChg>
        <pc:spChg chg="add">
          <ac:chgData name="Daniel Cascante Espinoza" userId="6a9774af1d4df581" providerId="LiveId" clId="{9E5ECC90-2B3E-474C-9174-B907BE02AEBB}" dt="2025-11-10T05:01:43.540" v="394" actId="26606"/>
          <ac:spMkLst>
            <pc:docMk/>
            <pc:sldMk cId="70441213" sldId="259"/>
            <ac:spMk id="22" creationId="{9A1F4656-FFDA-4BA3-8516-90E58C01A500}"/>
          </ac:spMkLst>
        </pc:spChg>
        <pc:grpChg chg="add">
          <ac:chgData name="Daniel Cascante Espinoza" userId="6a9774af1d4df581" providerId="LiveId" clId="{9E5ECC90-2B3E-474C-9174-B907BE02AEBB}" dt="2025-11-10T05:01:43.540" v="394" actId="26606"/>
          <ac:grpSpMkLst>
            <pc:docMk/>
            <pc:sldMk cId="70441213" sldId="259"/>
            <ac:grpSpMk id="24" creationId="{CB018903-3549-4A3B-A9DF-B26757CAA9C6}"/>
          </ac:grpSpMkLst>
        </pc:grpChg>
        <pc:picChg chg="mod">
          <ac:chgData name="Daniel Cascante Espinoza" userId="6a9774af1d4df581" providerId="LiveId" clId="{9E5ECC90-2B3E-474C-9174-B907BE02AEBB}" dt="2025-11-10T05:01:54.458" v="396" actId="14100"/>
          <ac:picMkLst>
            <pc:docMk/>
            <pc:sldMk cId="70441213" sldId="259"/>
            <ac:picMk id="5" creationId="{39F9BB9D-B070-49C9-21FE-1E65F8907B30}"/>
          </ac:picMkLst>
        </pc:picChg>
        <pc:inkChg chg="add">
          <ac:chgData name="Daniel Cascante Espinoza" userId="6a9774af1d4df581" providerId="LiveId" clId="{9E5ECC90-2B3E-474C-9174-B907BE02AEBB}" dt="2025-11-10T05:04:27.558" v="417" actId="9405"/>
          <ac:inkMkLst>
            <pc:docMk/>
            <pc:sldMk cId="70441213" sldId="259"/>
            <ac:inkMk id="9" creationId="{46E6054A-D18D-D117-2FB3-BCC29D35615C}"/>
          </ac:inkMkLst>
        </pc:inkChg>
        <pc:inkChg chg="add">
          <ac:chgData name="Daniel Cascante Espinoza" userId="6a9774af1d4df581" providerId="LiveId" clId="{9E5ECC90-2B3E-474C-9174-B907BE02AEBB}" dt="2025-11-10T05:04:54.137" v="422" actId="9405"/>
          <ac:inkMkLst>
            <pc:docMk/>
            <pc:sldMk cId="70441213" sldId="259"/>
            <ac:inkMk id="18" creationId="{1BDC43E1-992C-9764-924A-D4960C3260F5}"/>
          </ac:inkMkLst>
        </pc:inkChg>
      </pc:sldChg>
      <pc:sldChg chg="addSp delSp add mod modTransition setBg delAnim delDesignElem">
        <pc:chgData name="Daniel Cascante Espinoza" userId="6a9774af1d4df581" providerId="LiveId" clId="{9E5ECC90-2B3E-474C-9174-B907BE02AEBB}" dt="2025-11-10T05:18:51.303" v="503"/>
        <pc:sldMkLst>
          <pc:docMk/>
          <pc:sldMk cId="2848596928" sldId="260"/>
        </pc:sldMkLst>
        <pc:inkChg chg="add">
          <ac:chgData name="Daniel Cascante Espinoza" userId="6a9774af1d4df581" providerId="LiveId" clId="{9E5ECC90-2B3E-474C-9174-B907BE02AEBB}" dt="2025-11-10T05:07:35.123" v="446" actId="9405"/>
          <ac:inkMkLst>
            <pc:docMk/>
            <pc:sldMk cId="2848596928" sldId="260"/>
            <ac:inkMk id="3" creationId="{08202847-58E4-FA09-2C8B-017B889E081C}"/>
          </ac:inkMkLst>
        </pc:inkChg>
        <pc:inkChg chg="add">
          <ac:chgData name="Daniel Cascante Espinoza" userId="6a9774af1d4df581" providerId="LiveId" clId="{9E5ECC90-2B3E-474C-9174-B907BE02AEBB}" dt="2025-11-10T05:07:45.806" v="447" actId="9405"/>
          <ac:inkMkLst>
            <pc:docMk/>
            <pc:sldMk cId="2848596928" sldId="260"/>
            <ac:inkMk id="4" creationId="{95D7FE89-17AD-FA20-05D0-9E7852363464}"/>
          </ac:inkMkLst>
        </pc:inkChg>
      </pc:sldChg>
      <pc:sldChg chg="addSp delSp modSp new mod ord modTransition setBg modAnim">
        <pc:chgData name="Daniel Cascante Espinoza" userId="6a9774af1d4df581" providerId="LiveId" clId="{9E5ECC90-2B3E-474C-9174-B907BE02AEBB}" dt="2025-11-10T05:30:32.256" v="664"/>
        <pc:sldMkLst>
          <pc:docMk/>
          <pc:sldMk cId="2694484493" sldId="261"/>
        </pc:sldMkLst>
        <pc:spChg chg="mod">
          <ac:chgData name="Daniel Cascante Espinoza" userId="6a9774af1d4df581" providerId="LiveId" clId="{9E5ECC90-2B3E-474C-9174-B907BE02AEBB}" dt="2025-11-10T05:25:14.654" v="608" actId="26606"/>
          <ac:spMkLst>
            <pc:docMk/>
            <pc:sldMk cId="2694484493" sldId="261"/>
            <ac:spMk id="2" creationId="{06294C02-AFB5-749C-8011-B613B4706527}"/>
          </ac:spMkLst>
        </pc:spChg>
        <pc:spChg chg="add">
          <ac:chgData name="Daniel Cascante Espinoza" userId="6a9774af1d4df581" providerId="LiveId" clId="{9E5ECC90-2B3E-474C-9174-B907BE02AEBB}" dt="2025-11-10T05:25:14.654" v="608" actId="26606"/>
          <ac:spMkLst>
            <pc:docMk/>
            <pc:sldMk cId="2694484493" sldId="261"/>
            <ac:spMk id="14" creationId="{C4879EFC-8E62-4E00-973C-C45EE9EC676D}"/>
          </ac:spMkLst>
        </pc:spChg>
        <pc:spChg chg="add">
          <ac:chgData name="Daniel Cascante Espinoza" userId="6a9774af1d4df581" providerId="LiveId" clId="{9E5ECC90-2B3E-474C-9174-B907BE02AEBB}" dt="2025-11-10T05:25:14.654" v="608" actId="26606"/>
          <ac:spMkLst>
            <pc:docMk/>
            <pc:sldMk cId="2694484493" sldId="261"/>
            <ac:spMk id="16" creationId="{D6A9C53F-5F90-40A5-8C85-5412D39C8C68}"/>
          </ac:spMkLst>
        </pc:spChg>
        <pc:picChg chg="add mod">
          <ac:chgData name="Daniel Cascante Espinoza" userId="6a9774af1d4df581" providerId="LiveId" clId="{9E5ECC90-2B3E-474C-9174-B907BE02AEBB}" dt="2025-11-10T05:25:14.654" v="608" actId="26606"/>
          <ac:picMkLst>
            <pc:docMk/>
            <pc:sldMk cId="2694484493" sldId="261"/>
            <ac:picMk id="5" creationId="{42749110-7526-E78E-C043-814A24B8AB3D}"/>
          </ac:picMkLst>
        </pc:picChg>
        <pc:picChg chg="add mod">
          <ac:chgData name="Daniel Cascante Espinoza" userId="6a9774af1d4df581" providerId="LiveId" clId="{9E5ECC90-2B3E-474C-9174-B907BE02AEBB}" dt="2025-11-10T05:25:14.654" v="608" actId="26606"/>
          <ac:picMkLst>
            <pc:docMk/>
            <pc:sldMk cId="2694484493" sldId="261"/>
            <ac:picMk id="8" creationId="{4F2A77B4-479F-A4D8-8918-A34F1CDE2565}"/>
          </ac:picMkLst>
        </pc:picChg>
        <pc:inkChg chg="add">
          <ac:chgData name="Daniel Cascante Espinoza" userId="6a9774af1d4df581" providerId="LiveId" clId="{9E5ECC90-2B3E-474C-9174-B907BE02AEBB}" dt="2025-11-10T05:25:48.577" v="617" actId="9405"/>
          <ac:inkMkLst>
            <pc:docMk/>
            <pc:sldMk cId="2694484493" sldId="261"/>
            <ac:inkMk id="13" creationId="{B9195734-6EC2-DF80-5736-695FBF89DDD5}"/>
          </ac:inkMkLst>
        </pc:inkChg>
      </pc:sldChg>
      <pc:sldChg chg="addSp delSp modSp new mod modTransition setBg modAnim">
        <pc:chgData name="Daniel Cascante Espinoza" userId="6a9774af1d4df581" providerId="LiveId" clId="{9E5ECC90-2B3E-474C-9174-B907BE02AEBB}" dt="2025-11-10T05:34:45.408" v="682"/>
        <pc:sldMkLst>
          <pc:docMk/>
          <pc:sldMk cId="3081008022" sldId="262"/>
        </pc:sldMkLst>
        <pc:spChg chg="mod">
          <ac:chgData name="Daniel Cascante Espinoza" userId="6a9774af1d4df581" providerId="LiveId" clId="{9E5ECC90-2B3E-474C-9174-B907BE02AEBB}" dt="2025-11-10T05:33:35.009" v="676" actId="26606"/>
          <ac:spMkLst>
            <pc:docMk/>
            <pc:sldMk cId="3081008022" sldId="262"/>
            <ac:spMk id="2" creationId="{EE3E3516-9CBD-31B4-B8D4-11C6992BA6BA}"/>
          </ac:spMkLst>
        </pc:spChg>
        <pc:spChg chg="add">
          <ac:chgData name="Daniel Cascante Espinoza" userId="6a9774af1d4df581" providerId="LiveId" clId="{9E5ECC90-2B3E-474C-9174-B907BE02AEBB}" dt="2025-11-10T05:33:35.009" v="676" actId="26606"/>
          <ac:spMkLst>
            <pc:docMk/>
            <pc:sldMk cId="3081008022" sldId="262"/>
            <ac:spMk id="12" creationId="{C4879EFC-8E62-4E00-973C-C45EE9EC676D}"/>
          </ac:spMkLst>
        </pc:spChg>
        <pc:spChg chg="add">
          <ac:chgData name="Daniel Cascante Espinoza" userId="6a9774af1d4df581" providerId="LiveId" clId="{9E5ECC90-2B3E-474C-9174-B907BE02AEBB}" dt="2025-11-10T05:33:35.009" v="676" actId="26606"/>
          <ac:spMkLst>
            <pc:docMk/>
            <pc:sldMk cId="3081008022" sldId="262"/>
            <ac:spMk id="14" creationId="{D6A9C53F-5F90-40A5-8C85-5412D39C8C68}"/>
          </ac:spMkLst>
        </pc:spChg>
        <pc:picChg chg="add mod">
          <ac:chgData name="Daniel Cascante Espinoza" userId="6a9774af1d4df581" providerId="LiveId" clId="{9E5ECC90-2B3E-474C-9174-B907BE02AEBB}" dt="2025-11-10T05:33:35.009" v="676" actId="26606"/>
          <ac:picMkLst>
            <pc:docMk/>
            <pc:sldMk cId="3081008022" sldId="262"/>
            <ac:picMk id="5" creationId="{076DF743-44DA-23BE-A643-8B2C307E8290}"/>
          </ac:picMkLst>
        </pc:picChg>
        <pc:picChg chg="add mod">
          <ac:chgData name="Daniel Cascante Espinoza" userId="6a9774af1d4df581" providerId="LiveId" clId="{9E5ECC90-2B3E-474C-9174-B907BE02AEBB}" dt="2025-11-10T05:33:35.009" v="676" actId="26606"/>
          <ac:picMkLst>
            <pc:docMk/>
            <pc:sldMk cId="3081008022" sldId="262"/>
            <ac:picMk id="7" creationId="{6E7218D8-3266-EE9C-18BB-0C4A84EE25EB}"/>
          </ac:picMkLst>
        </pc:picChg>
      </pc:sldChg>
      <pc:sldChg chg="addSp delSp modSp new mod modTransition setBg">
        <pc:chgData name="Daniel Cascante Espinoza" userId="6a9774af1d4df581" providerId="LiveId" clId="{9E5ECC90-2B3E-474C-9174-B907BE02AEBB}" dt="2025-11-10T05:39:47.367" v="782" actId="9405"/>
        <pc:sldMkLst>
          <pc:docMk/>
          <pc:sldMk cId="1487035860" sldId="263"/>
        </pc:sldMkLst>
        <pc:spChg chg="mod">
          <ac:chgData name="Daniel Cascante Espinoza" userId="6a9774af1d4df581" providerId="LiveId" clId="{9E5ECC90-2B3E-474C-9174-B907BE02AEBB}" dt="2025-11-10T05:38:16.431" v="760" actId="26606"/>
          <ac:spMkLst>
            <pc:docMk/>
            <pc:sldMk cId="1487035860" sldId="263"/>
            <ac:spMk id="2" creationId="{97E98BC7-856F-2AB3-60E1-F437C0237580}"/>
          </ac:spMkLst>
        </pc:spChg>
        <pc:spChg chg="add">
          <ac:chgData name="Daniel Cascante Espinoza" userId="6a9774af1d4df581" providerId="LiveId" clId="{9E5ECC90-2B3E-474C-9174-B907BE02AEBB}" dt="2025-11-10T05:38:16.431" v="760" actId="26606"/>
          <ac:spMkLst>
            <pc:docMk/>
            <pc:sldMk cId="1487035860" sldId="263"/>
            <ac:spMk id="13" creationId="{A4AC5506-6312-4701-8D3C-40187889A947}"/>
          </ac:spMkLst>
        </pc:spChg>
        <pc:grpChg chg="mod">
          <ac:chgData name="Daniel Cascante Espinoza" userId="6a9774af1d4df581" providerId="LiveId" clId="{9E5ECC90-2B3E-474C-9174-B907BE02AEBB}" dt="2025-11-10T05:39:41.775" v="778"/>
          <ac:grpSpMkLst>
            <pc:docMk/>
            <pc:sldMk cId="1487035860" sldId="263"/>
            <ac:grpSpMk id="18" creationId="{50E0F03C-C021-80FF-3A26-AB711BD00157}"/>
          </ac:grpSpMkLst>
        </pc:grpChg>
        <pc:picChg chg="add mod">
          <ac:chgData name="Daniel Cascante Espinoza" userId="6a9774af1d4df581" providerId="LiveId" clId="{9E5ECC90-2B3E-474C-9174-B907BE02AEBB}" dt="2025-11-10T05:38:16.431" v="760" actId="26606"/>
          <ac:picMkLst>
            <pc:docMk/>
            <pc:sldMk cId="1487035860" sldId="263"/>
            <ac:picMk id="4" creationId="{1540229F-B5C2-86D1-D228-953EAD7DEF07}"/>
          </ac:picMkLst>
        </pc:picChg>
        <pc:inkChg chg="add">
          <ac:chgData name="Daniel Cascante Espinoza" userId="6a9774af1d4df581" providerId="LiveId" clId="{9E5ECC90-2B3E-474C-9174-B907BE02AEBB}" dt="2025-11-10T05:39:22.981" v="768" actId="9405"/>
          <ac:inkMkLst>
            <pc:docMk/>
            <pc:sldMk cId="1487035860" sldId="263"/>
            <ac:inkMk id="5" creationId="{D7C3A80D-502F-C870-DCDA-82A7F70E844E}"/>
          </ac:inkMkLst>
        </pc:inkChg>
        <pc:inkChg chg="add mod">
          <ac:chgData name="Daniel Cascante Espinoza" userId="6a9774af1d4df581" providerId="LiveId" clId="{9E5ECC90-2B3E-474C-9174-B907BE02AEBB}" dt="2025-11-10T05:39:41.775" v="778"/>
          <ac:inkMkLst>
            <pc:docMk/>
            <pc:sldMk cId="1487035860" sldId="263"/>
            <ac:inkMk id="6" creationId="{8FAF7926-C817-4456-E492-654D18384042}"/>
          </ac:inkMkLst>
        </pc:inkChg>
        <pc:inkChg chg="add mod">
          <ac:chgData name="Daniel Cascante Espinoza" userId="6a9774af1d4df581" providerId="LiveId" clId="{9E5ECC90-2B3E-474C-9174-B907BE02AEBB}" dt="2025-11-10T05:39:41.775" v="778"/>
          <ac:inkMkLst>
            <pc:docMk/>
            <pc:sldMk cId="1487035860" sldId="263"/>
            <ac:inkMk id="7" creationId="{6390265F-35D9-DB0B-EDEE-3EF71381F6EC}"/>
          </ac:inkMkLst>
        </pc:inkChg>
        <pc:inkChg chg="add mod">
          <ac:chgData name="Daniel Cascante Espinoza" userId="6a9774af1d4df581" providerId="LiveId" clId="{9E5ECC90-2B3E-474C-9174-B907BE02AEBB}" dt="2025-11-10T05:39:41.775" v="778"/>
          <ac:inkMkLst>
            <pc:docMk/>
            <pc:sldMk cId="1487035860" sldId="263"/>
            <ac:inkMk id="8" creationId="{E5EE5AA4-F3C5-E52B-34D0-292EBF55BF5E}"/>
          </ac:inkMkLst>
        </pc:inkChg>
        <pc:inkChg chg="add mod">
          <ac:chgData name="Daniel Cascante Espinoza" userId="6a9774af1d4df581" providerId="LiveId" clId="{9E5ECC90-2B3E-474C-9174-B907BE02AEBB}" dt="2025-11-10T05:39:41.775" v="778"/>
          <ac:inkMkLst>
            <pc:docMk/>
            <pc:sldMk cId="1487035860" sldId="263"/>
            <ac:inkMk id="10" creationId="{F5EA8ACE-DA15-2FA2-588F-CA1CAB3403D4}"/>
          </ac:inkMkLst>
        </pc:inkChg>
        <pc:inkChg chg="add mod">
          <ac:chgData name="Daniel Cascante Espinoza" userId="6a9774af1d4df581" providerId="LiveId" clId="{9E5ECC90-2B3E-474C-9174-B907BE02AEBB}" dt="2025-11-10T05:39:41.775" v="778"/>
          <ac:inkMkLst>
            <pc:docMk/>
            <pc:sldMk cId="1487035860" sldId="263"/>
            <ac:inkMk id="12" creationId="{A0A76DB2-9863-90BB-0C19-A04A6D74728A}"/>
          </ac:inkMkLst>
        </pc:inkChg>
        <pc:inkChg chg="add mod">
          <ac:chgData name="Daniel Cascante Espinoza" userId="6a9774af1d4df581" providerId="LiveId" clId="{9E5ECC90-2B3E-474C-9174-B907BE02AEBB}" dt="2025-11-10T05:39:41.775" v="778"/>
          <ac:inkMkLst>
            <pc:docMk/>
            <pc:sldMk cId="1487035860" sldId="263"/>
            <ac:inkMk id="14" creationId="{EA70D437-D63A-C4DF-78F4-88F359DD924C}"/>
          </ac:inkMkLst>
        </pc:inkChg>
        <pc:inkChg chg="add mod">
          <ac:chgData name="Daniel Cascante Espinoza" userId="6a9774af1d4df581" providerId="LiveId" clId="{9E5ECC90-2B3E-474C-9174-B907BE02AEBB}" dt="2025-11-10T05:39:41.775" v="778"/>
          <ac:inkMkLst>
            <pc:docMk/>
            <pc:sldMk cId="1487035860" sldId="263"/>
            <ac:inkMk id="16" creationId="{D338917B-AD49-C34C-37C7-61A66DC708F3}"/>
          </ac:inkMkLst>
        </pc:inkChg>
        <pc:inkChg chg="add mod">
          <ac:chgData name="Daniel Cascante Espinoza" userId="6a9774af1d4df581" providerId="LiveId" clId="{9E5ECC90-2B3E-474C-9174-B907BE02AEBB}" dt="2025-11-10T05:39:41.775" v="778"/>
          <ac:inkMkLst>
            <pc:docMk/>
            <pc:sldMk cId="1487035860" sldId="263"/>
            <ac:inkMk id="17" creationId="{0072DC11-1C01-9A33-AC7D-D10E4CC115A8}"/>
          </ac:inkMkLst>
        </pc:inkChg>
      </pc:sldChg>
      <pc:sldChg chg="addSp delSp modSp new mod modTransition setBg modAnim">
        <pc:chgData name="Daniel Cascante Espinoza" userId="6a9774af1d4df581" providerId="LiveId" clId="{9E5ECC90-2B3E-474C-9174-B907BE02AEBB}" dt="2025-11-10T16:47:31.225" v="1328"/>
        <pc:sldMkLst>
          <pc:docMk/>
          <pc:sldMk cId="3331738681" sldId="264"/>
        </pc:sldMkLst>
        <pc:spChg chg="mod">
          <ac:chgData name="Daniel Cascante Espinoza" userId="6a9774af1d4df581" providerId="LiveId" clId="{9E5ECC90-2B3E-474C-9174-B907BE02AEBB}" dt="2025-11-10T05:43:28.106" v="1093" actId="26606"/>
          <ac:spMkLst>
            <pc:docMk/>
            <pc:sldMk cId="3331738681" sldId="264"/>
            <ac:spMk id="2" creationId="{4157575E-9DEF-3F10-8870-3A8615010FAD}"/>
          </ac:spMkLst>
        </pc:spChg>
        <pc:spChg chg="add mod">
          <ac:chgData name="Daniel Cascante Espinoza" userId="6a9774af1d4df581" providerId="LiveId" clId="{9E5ECC90-2B3E-474C-9174-B907BE02AEBB}" dt="2025-11-10T05:43:28.106" v="1093" actId="26606"/>
          <ac:spMkLst>
            <pc:docMk/>
            <pc:sldMk cId="3331738681" sldId="264"/>
            <ac:spMk id="8" creationId="{FBB5D19E-5115-4F98-119D-BCE8A312B76B}"/>
          </ac:spMkLst>
        </pc:spChg>
        <pc:spChg chg="add">
          <ac:chgData name="Daniel Cascante Espinoza" userId="6a9774af1d4df581" providerId="LiveId" clId="{9E5ECC90-2B3E-474C-9174-B907BE02AEBB}" dt="2025-11-10T05:43:28.106" v="1093" actId="26606"/>
          <ac:spMkLst>
            <pc:docMk/>
            <pc:sldMk cId="3331738681" sldId="264"/>
            <ac:spMk id="13" creationId="{F13C74B1-5B17-4795-BED0-7140497B445A}"/>
          </ac:spMkLst>
        </pc:spChg>
        <pc:spChg chg="add">
          <ac:chgData name="Daniel Cascante Espinoza" userId="6a9774af1d4df581" providerId="LiveId" clId="{9E5ECC90-2B3E-474C-9174-B907BE02AEBB}" dt="2025-11-10T05:43:28.106" v="1093" actId="26606"/>
          <ac:spMkLst>
            <pc:docMk/>
            <pc:sldMk cId="3331738681" sldId="264"/>
            <ac:spMk id="15" creationId="{D4974D33-8DC5-464E-8C6D-BE58F0669C17}"/>
          </ac:spMkLst>
        </pc:spChg>
        <pc:picChg chg="add mod ord">
          <ac:chgData name="Daniel Cascante Espinoza" userId="6a9774af1d4df581" providerId="LiveId" clId="{9E5ECC90-2B3E-474C-9174-B907BE02AEBB}" dt="2025-11-10T05:43:28.106" v="1093" actId="26606"/>
          <ac:picMkLst>
            <pc:docMk/>
            <pc:sldMk cId="3331738681" sldId="264"/>
            <ac:picMk id="6" creationId="{AA4CFA5F-18EE-EEA0-DCBC-5A1EEAED5469}"/>
          </ac:picMkLst>
        </pc:picChg>
      </pc:sldChg>
      <pc:sldChg chg="addSp delSp modSp new mod modTransition setBg modAnim">
        <pc:chgData name="Daniel Cascante Espinoza" userId="6a9774af1d4df581" providerId="LiveId" clId="{9E5ECC90-2B3E-474C-9174-B907BE02AEBB}" dt="2025-11-10T16:47:13.173" v="1327"/>
        <pc:sldMkLst>
          <pc:docMk/>
          <pc:sldMk cId="255913603" sldId="265"/>
        </pc:sldMkLst>
        <pc:spChg chg="mod">
          <ac:chgData name="Daniel Cascante Espinoza" userId="6a9774af1d4df581" providerId="LiveId" clId="{9E5ECC90-2B3E-474C-9174-B907BE02AEBB}" dt="2025-11-10T05:47:27.834" v="1168" actId="26606"/>
          <ac:spMkLst>
            <pc:docMk/>
            <pc:sldMk cId="255913603" sldId="265"/>
            <ac:spMk id="2" creationId="{1E318F0D-7AFD-80FB-BCAF-7DD4C153A070}"/>
          </ac:spMkLst>
        </pc:spChg>
        <pc:spChg chg="add">
          <ac:chgData name="Daniel Cascante Espinoza" userId="6a9774af1d4df581" providerId="LiveId" clId="{9E5ECC90-2B3E-474C-9174-B907BE02AEBB}" dt="2025-11-10T05:47:27.834" v="1168" actId="26606"/>
          <ac:spMkLst>
            <pc:docMk/>
            <pc:sldMk cId="255913603" sldId="265"/>
            <ac:spMk id="13" creationId="{C4879EFC-8E62-4E00-973C-C45EE9EC676D}"/>
          </ac:spMkLst>
        </pc:spChg>
        <pc:spChg chg="add">
          <ac:chgData name="Daniel Cascante Espinoza" userId="6a9774af1d4df581" providerId="LiveId" clId="{9E5ECC90-2B3E-474C-9174-B907BE02AEBB}" dt="2025-11-10T05:47:27.834" v="1168" actId="26606"/>
          <ac:spMkLst>
            <pc:docMk/>
            <pc:sldMk cId="255913603" sldId="265"/>
            <ac:spMk id="15" creationId="{D6A9C53F-5F90-40A5-8C85-5412D39C8C68}"/>
          </ac:spMkLst>
        </pc:spChg>
        <pc:picChg chg="add mod ord">
          <ac:chgData name="Daniel Cascante Espinoza" userId="6a9774af1d4df581" providerId="LiveId" clId="{9E5ECC90-2B3E-474C-9174-B907BE02AEBB}" dt="2025-11-10T05:47:27.834" v="1168" actId="26606"/>
          <ac:picMkLst>
            <pc:docMk/>
            <pc:sldMk cId="255913603" sldId="265"/>
            <ac:picMk id="5" creationId="{20BFA113-5812-1042-41AF-528D2D6FD951}"/>
          </ac:picMkLst>
        </pc:picChg>
        <pc:picChg chg="add mod modCrop">
          <ac:chgData name="Daniel Cascante Espinoza" userId="6a9774af1d4df581" providerId="LiveId" clId="{9E5ECC90-2B3E-474C-9174-B907BE02AEBB}" dt="2025-11-10T05:47:27.834" v="1168" actId="26606"/>
          <ac:picMkLst>
            <pc:docMk/>
            <pc:sldMk cId="255913603" sldId="265"/>
            <ac:picMk id="8" creationId="{35EDB417-1BC9-F8CE-2119-FF3CAA1F723F}"/>
          </ac:picMkLst>
        </pc:picChg>
      </pc:sldChg>
      <pc:sldChg chg="addSp delSp modSp new mod modTransition setBg modAnim">
        <pc:chgData name="Daniel Cascante Espinoza" userId="6a9774af1d4df581" providerId="LiveId" clId="{9E5ECC90-2B3E-474C-9174-B907BE02AEBB}" dt="2025-11-10T17:22:33.897" v="1632"/>
        <pc:sldMkLst>
          <pc:docMk/>
          <pc:sldMk cId="3521937029" sldId="266"/>
        </pc:sldMkLst>
        <pc:spChg chg="mod">
          <ac:chgData name="Daniel Cascante Espinoza" userId="6a9774af1d4df581" providerId="LiveId" clId="{9E5ECC90-2B3E-474C-9174-B907BE02AEBB}" dt="2025-11-10T16:46:08.616" v="1319" actId="26606"/>
          <ac:spMkLst>
            <pc:docMk/>
            <pc:sldMk cId="3521937029" sldId="266"/>
            <ac:spMk id="2" creationId="{6BF0E9F7-7CE8-2645-00AF-04E5D3142CC9}"/>
          </ac:spMkLst>
        </pc:spChg>
        <pc:spChg chg="mod">
          <ac:chgData name="Daniel Cascante Espinoza" userId="6a9774af1d4df581" providerId="LiveId" clId="{9E5ECC90-2B3E-474C-9174-B907BE02AEBB}" dt="2025-11-10T16:46:08.616" v="1319" actId="26606"/>
          <ac:spMkLst>
            <pc:docMk/>
            <pc:sldMk cId="3521937029" sldId="266"/>
            <ac:spMk id="3" creationId="{ECF12FB2-72D0-307A-D2A7-706BBB4D7AD4}"/>
          </ac:spMkLst>
        </pc:spChg>
        <pc:spChg chg="add">
          <ac:chgData name="Daniel Cascante Espinoza" userId="6a9774af1d4df581" providerId="LiveId" clId="{9E5ECC90-2B3E-474C-9174-B907BE02AEBB}" dt="2025-11-10T16:46:08.616" v="1319" actId="26606"/>
          <ac:spMkLst>
            <pc:docMk/>
            <pc:sldMk cId="3521937029" sldId="266"/>
            <ac:spMk id="18" creationId="{04812C46-200A-4DEB-A05E-3ED6C68C2387}"/>
          </ac:spMkLst>
        </pc:spChg>
        <pc:spChg chg="add">
          <ac:chgData name="Daniel Cascante Espinoza" userId="6a9774af1d4df581" providerId="LiveId" clId="{9E5ECC90-2B3E-474C-9174-B907BE02AEBB}" dt="2025-11-10T16:46:08.616" v="1319" actId="26606"/>
          <ac:spMkLst>
            <pc:docMk/>
            <pc:sldMk cId="3521937029" sldId="266"/>
            <ac:spMk id="20" creationId="{D1EA859B-E555-4109-94F3-6700E046E008}"/>
          </ac:spMkLst>
        </pc:spChg>
        <pc:picChg chg="add mod ord">
          <ac:chgData name="Daniel Cascante Espinoza" userId="6a9774af1d4df581" providerId="LiveId" clId="{9E5ECC90-2B3E-474C-9174-B907BE02AEBB}" dt="2025-11-10T16:46:08.616" v="1319" actId="26606"/>
          <ac:picMkLst>
            <pc:docMk/>
            <pc:sldMk cId="3521937029" sldId="266"/>
            <ac:picMk id="5" creationId="{A52C7A42-F5B0-E8D8-9BB9-7A122A7BF547}"/>
          </ac:picMkLst>
        </pc:picChg>
      </pc:sldChg>
      <pc:sldChg chg="addSp delSp modSp new mod modTransition setBg">
        <pc:chgData name="Daniel Cascante Espinoza" userId="6a9774af1d4df581" providerId="LiveId" clId="{9E5ECC90-2B3E-474C-9174-B907BE02AEBB}" dt="2025-11-10T17:23:49.084" v="1653"/>
        <pc:sldMkLst>
          <pc:docMk/>
          <pc:sldMk cId="2677942039" sldId="267"/>
        </pc:sldMkLst>
        <pc:picChg chg="add mod">
          <ac:chgData name="Daniel Cascante Espinoza" userId="6a9774af1d4df581" providerId="LiveId" clId="{9E5ECC90-2B3E-474C-9174-B907BE02AEBB}" dt="2025-11-10T16:50:00.530" v="1340" actId="1076"/>
          <ac:picMkLst>
            <pc:docMk/>
            <pc:sldMk cId="2677942039" sldId="267"/>
            <ac:picMk id="5" creationId="{AC0F602F-28C4-36B8-4C91-B760378FF868}"/>
          </ac:picMkLst>
        </pc:picChg>
      </pc:sldChg>
      <pc:sldChg chg="addSp delSp modSp new mod modTransition">
        <pc:chgData name="Daniel Cascante Espinoza" userId="6a9774af1d4df581" providerId="LiveId" clId="{9E5ECC90-2B3E-474C-9174-B907BE02AEBB}" dt="2025-11-10T17:24:50.725" v="1668"/>
        <pc:sldMkLst>
          <pc:docMk/>
          <pc:sldMk cId="3352163025" sldId="268"/>
        </pc:sldMkLst>
        <pc:picChg chg="add mod">
          <ac:chgData name="Daniel Cascante Espinoza" userId="6a9774af1d4df581" providerId="LiveId" clId="{9E5ECC90-2B3E-474C-9174-B907BE02AEBB}" dt="2025-11-10T16:52:10.685" v="1346" actId="1076"/>
          <ac:picMkLst>
            <pc:docMk/>
            <pc:sldMk cId="3352163025" sldId="268"/>
            <ac:picMk id="5" creationId="{6ED72FBA-7A09-DCD1-B11B-C7AEB44BD296}"/>
          </ac:picMkLst>
        </pc:picChg>
      </pc:sldChg>
      <pc:sldChg chg="addSp delSp modSp new mod modTransition">
        <pc:chgData name="Daniel Cascante Espinoza" userId="6a9774af1d4df581" providerId="LiveId" clId="{9E5ECC90-2B3E-474C-9174-B907BE02AEBB}" dt="2025-11-10T17:25:12.428" v="1683"/>
        <pc:sldMkLst>
          <pc:docMk/>
          <pc:sldMk cId="1483301417" sldId="269"/>
        </pc:sldMkLst>
        <pc:picChg chg="add mod">
          <ac:chgData name="Daniel Cascante Espinoza" userId="6a9774af1d4df581" providerId="LiveId" clId="{9E5ECC90-2B3E-474C-9174-B907BE02AEBB}" dt="2025-11-10T16:58:06.150" v="1359" actId="1076"/>
          <ac:picMkLst>
            <pc:docMk/>
            <pc:sldMk cId="1483301417" sldId="269"/>
            <ac:picMk id="5" creationId="{D8512C7A-25EB-AAD6-05F4-88C7AAB417F4}"/>
          </ac:picMkLst>
        </pc:picChg>
      </pc:sldChg>
      <pc:sldChg chg="addSp delSp modSp new mod modTransition">
        <pc:chgData name="Daniel Cascante Espinoza" userId="6a9774af1d4df581" providerId="LiveId" clId="{9E5ECC90-2B3E-474C-9174-B907BE02AEBB}" dt="2025-11-10T17:25:52.490" v="1698"/>
        <pc:sldMkLst>
          <pc:docMk/>
          <pc:sldMk cId="3974627994" sldId="270"/>
        </pc:sldMkLst>
        <pc:picChg chg="add mod">
          <ac:chgData name="Daniel Cascante Espinoza" userId="6a9774af1d4df581" providerId="LiveId" clId="{9E5ECC90-2B3E-474C-9174-B907BE02AEBB}" dt="2025-11-10T17:21:36.928" v="1631" actId="1076"/>
          <ac:picMkLst>
            <pc:docMk/>
            <pc:sldMk cId="3974627994" sldId="270"/>
            <ac:picMk id="5" creationId="{239B51D1-4F2E-6FE4-0220-27880F61EDBE}"/>
          </ac:picMkLst>
        </pc:picChg>
      </pc:sldChg>
      <pc:sldChg chg="addSp delSp modSp new mod modTransition setBg setClrOvrMap">
        <pc:chgData name="Daniel Cascante Espinoza" userId="6a9774af1d4df581" providerId="LiveId" clId="{9E5ECC90-2B3E-474C-9174-B907BE02AEBB}" dt="2025-11-13T00:09:39.665" v="2383" actId="20577"/>
        <pc:sldMkLst>
          <pc:docMk/>
          <pc:sldMk cId="4218322012" sldId="271"/>
        </pc:sldMkLst>
        <pc:spChg chg="mod">
          <ac:chgData name="Daniel Cascante Espinoza" userId="6a9774af1d4df581" providerId="LiveId" clId="{9E5ECC90-2B3E-474C-9174-B907BE02AEBB}" dt="2025-11-10T19:18:09.746" v="2250" actId="26606"/>
          <ac:spMkLst>
            <pc:docMk/>
            <pc:sldMk cId="4218322012" sldId="271"/>
            <ac:spMk id="2" creationId="{EFBA54FC-3E07-A628-B32D-FBDB3581AD33}"/>
          </ac:spMkLst>
        </pc:spChg>
        <pc:spChg chg="mod">
          <ac:chgData name="Daniel Cascante Espinoza" userId="6a9774af1d4df581" providerId="LiveId" clId="{9E5ECC90-2B3E-474C-9174-B907BE02AEBB}" dt="2025-11-13T00:09:39.665" v="2383" actId="20577"/>
          <ac:spMkLst>
            <pc:docMk/>
            <pc:sldMk cId="4218322012" sldId="271"/>
            <ac:spMk id="3" creationId="{1A245C8F-76CC-789B-4B20-5E8FB0611EBD}"/>
          </ac:spMkLst>
        </pc:spChg>
        <pc:spChg chg="add">
          <ac:chgData name="Daniel Cascante Espinoza" userId="6a9774af1d4df581" providerId="LiveId" clId="{9E5ECC90-2B3E-474C-9174-B907BE02AEBB}" dt="2025-11-10T19:18:09.746" v="2250" actId="26606"/>
          <ac:spMkLst>
            <pc:docMk/>
            <pc:sldMk cId="4218322012" sldId="271"/>
            <ac:spMk id="11" creationId="{9228552E-C8B1-4A80-8448-0787CE0FC704}"/>
          </ac:spMkLst>
        </pc:spChg>
        <pc:picChg chg="add mod ord">
          <ac:chgData name="Daniel Cascante Espinoza" userId="6a9774af1d4df581" providerId="LiveId" clId="{9E5ECC90-2B3E-474C-9174-B907BE02AEBB}" dt="2025-11-10T19:18:09.746" v="2250" actId="26606"/>
          <ac:picMkLst>
            <pc:docMk/>
            <pc:sldMk cId="4218322012" sldId="271"/>
            <ac:picMk id="5" creationId="{5C9D85F1-6620-8629-7606-601C0AF7193A}"/>
          </ac:picMkLst>
        </pc:picChg>
      </pc:sldChg>
      <pc:sldChg chg="addSp delSp modSp new mod modTransition setBg">
        <pc:chgData name="Daniel Cascante Espinoza" userId="6a9774af1d4df581" providerId="LiveId" clId="{9E5ECC90-2B3E-474C-9174-B907BE02AEBB}" dt="2025-11-10T19:19:50.535" v="2298"/>
        <pc:sldMkLst>
          <pc:docMk/>
          <pc:sldMk cId="4067080705" sldId="272"/>
        </pc:sldMkLst>
        <pc:spChg chg="mod ord">
          <ac:chgData name="Daniel Cascante Espinoza" userId="6a9774af1d4df581" providerId="LiveId" clId="{9E5ECC90-2B3E-474C-9174-B907BE02AEBB}" dt="2025-11-10T05:58:18.665" v="1307" actId="26606"/>
          <ac:spMkLst>
            <pc:docMk/>
            <pc:sldMk cId="4067080705" sldId="272"/>
            <ac:spMk id="2" creationId="{B49C13A6-AB79-884F-1F33-823EC8094B34}"/>
          </ac:spMkLst>
        </pc:spChg>
        <pc:spChg chg="add">
          <ac:chgData name="Daniel Cascante Espinoza" userId="6a9774af1d4df581" providerId="LiveId" clId="{9E5ECC90-2B3E-474C-9174-B907BE02AEBB}" dt="2025-11-10T05:58:18.665" v="1307" actId="26606"/>
          <ac:spMkLst>
            <pc:docMk/>
            <pc:sldMk cId="4067080705" sldId="272"/>
            <ac:spMk id="25" creationId="{665DBBEF-238B-476B-96AB-8AAC3224ECEA}"/>
          </ac:spMkLst>
        </pc:spChg>
        <pc:spChg chg="add">
          <ac:chgData name="Daniel Cascante Espinoza" userId="6a9774af1d4df581" providerId="LiveId" clId="{9E5ECC90-2B3E-474C-9174-B907BE02AEBB}" dt="2025-11-10T05:58:18.665" v="1307" actId="26606"/>
          <ac:spMkLst>
            <pc:docMk/>
            <pc:sldMk cId="4067080705" sldId="272"/>
            <ac:spMk id="26" creationId="{3FCFB1DE-0B7E-48CC-BA90-B2AB0889F9D6}"/>
          </ac:spMkLst>
        </pc:spChg>
        <pc:picChg chg="add mod">
          <ac:chgData name="Daniel Cascante Espinoza" userId="6a9774af1d4df581" providerId="LiveId" clId="{9E5ECC90-2B3E-474C-9174-B907BE02AEBB}" dt="2025-11-10T05:58:18.665" v="1307" actId="26606"/>
          <ac:picMkLst>
            <pc:docMk/>
            <pc:sldMk cId="4067080705" sldId="272"/>
            <ac:picMk id="10" creationId="{56A1FEC8-3C97-CF93-8B48-2B98276C31EA}"/>
          </ac:picMkLst>
        </pc:picChg>
      </pc:sldChg>
      <pc:sldChg chg="addSp delSp modSp new mod modTransition setBg">
        <pc:chgData name="Daniel Cascante Espinoza" userId="6a9774af1d4df581" providerId="LiveId" clId="{9E5ECC90-2B3E-474C-9174-B907BE02AEBB}" dt="2025-11-10T17:23:13.740" v="1638"/>
        <pc:sldMkLst>
          <pc:docMk/>
          <pc:sldMk cId="2207709731" sldId="273"/>
        </pc:sldMkLst>
        <pc:spChg chg="mod ord">
          <ac:chgData name="Daniel Cascante Espinoza" userId="6a9774af1d4df581" providerId="LiveId" clId="{9E5ECC90-2B3E-474C-9174-B907BE02AEBB}" dt="2025-11-10T17:02:06.009" v="1454" actId="26606"/>
          <ac:spMkLst>
            <pc:docMk/>
            <pc:sldMk cId="2207709731" sldId="273"/>
            <ac:spMk id="2" creationId="{F4C80963-ED29-0078-1087-B6C8E3AB4E5E}"/>
          </ac:spMkLst>
        </pc:spChg>
        <pc:spChg chg="add">
          <ac:chgData name="Daniel Cascante Espinoza" userId="6a9774af1d4df581" providerId="LiveId" clId="{9E5ECC90-2B3E-474C-9174-B907BE02AEBB}" dt="2025-11-10T17:02:06.009" v="1454" actId="26606"/>
          <ac:spMkLst>
            <pc:docMk/>
            <pc:sldMk cId="2207709731" sldId="273"/>
            <ac:spMk id="11" creationId="{657F69E0-C4B0-4BEC-A689-4F8D877F05D4}"/>
          </ac:spMkLst>
        </pc:spChg>
        <pc:spChg chg="add">
          <ac:chgData name="Daniel Cascante Espinoza" userId="6a9774af1d4df581" providerId="LiveId" clId="{9E5ECC90-2B3E-474C-9174-B907BE02AEBB}" dt="2025-11-10T17:02:06.009" v="1454" actId="26606"/>
          <ac:spMkLst>
            <pc:docMk/>
            <pc:sldMk cId="2207709731" sldId="273"/>
            <ac:spMk id="13" creationId="{9F6380B4-6A1C-481E-8408-B4E6C75B9B81}"/>
          </ac:spMkLst>
        </pc:spChg>
        <pc:picChg chg="add mod">
          <ac:chgData name="Daniel Cascante Espinoza" userId="6a9774af1d4df581" providerId="LiveId" clId="{9E5ECC90-2B3E-474C-9174-B907BE02AEBB}" dt="2025-11-10T17:02:06.009" v="1454" actId="26606"/>
          <ac:picMkLst>
            <pc:docMk/>
            <pc:sldMk cId="2207709731" sldId="273"/>
            <ac:picMk id="5" creationId="{56FAED47-B8D6-9D34-0D4D-C2033BF322EB}"/>
          </ac:picMkLst>
        </pc:picChg>
      </pc:sldChg>
      <pc:sldChg chg="addSp delSp modSp new mod modTransition setBg">
        <pc:chgData name="Daniel Cascante Espinoza" userId="6a9774af1d4df581" providerId="LiveId" clId="{9E5ECC90-2B3E-474C-9174-B907BE02AEBB}" dt="2025-11-10T17:25:34.833" v="1685"/>
        <pc:sldMkLst>
          <pc:docMk/>
          <pc:sldMk cId="1332066780" sldId="274"/>
        </pc:sldMkLst>
        <pc:spChg chg="mod">
          <ac:chgData name="Daniel Cascante Espinoza" userId="6a9774af1d4df581" providerId="LiveId" clId="{9E5ECC90-2B3E-474C-9174-B907BE02AEBB}" dt="2025-11-10T16:59:46.995" v="1426" actId="1076"/>
          <ac:spMkLst>
            <pc:docMk/>
            <pc:sldMk cId="1332066780" sldId="274"/>
            <ac:spMk id="2" creationId="{F3FA481F-58DF-1FBE-BC5D-AF3DEE367809}"/>
          </ac:spMkLst>
        </pc:spChg>
        <pc:spChg chg="add">
          <ac:chgData name="Daniel Cascante Espinoza" userId="6a9774af1d4df581" providerId="LiveId" clId="{9E5ECC90-2B3E-474C-9174-B907BE02AEBB}" dt="2025-11-10T16:58:44.850" v="1418" actId="26606"/>
          <ac:spMkLst>
            <pc:docMk/>
            <pc:sldMk cId="1332066780" sldId="274"/>
            <ac:spMk id="13" creationId="{DEB62645-D4DA-4E99-8344-B1536F63D108}"/>
          </ac:spMkLst>
        </pc:spChg>
        <pc:spChg chg="add">
          <ac:chgData name="Daniel Cascante Espinoza" userId="6a9774af1d4df581" providerId="LiveId" clId="{9E5ECC90-2B3E-474C-9174-B907BE02AEBB}" dt="2025-11-10T16:58:44.850" v="1418" actId="26606"/>
          <ac:spMkLst>
            <pc:docMk/>
            <pc:sldMk cId="1332066780" sldId="274"/>
            <ac:spMk id="14" creationId="{E914257E-1E2A-4AC7-89EC-1FB65C9C0A0D}"/>
          </ac:spMkLst>
        </pc:spChg>
        <pc:spChg chg="add">
          <ac:chgData name="Daniel Cascante Espinoza" userId="6a9774af1d4df581" providerId="LiveId" clId="{9E5ECC90-2B3E-474C-9174-B907BE02AEBB}" dt="2025-11-10T16:58:44.850" v="1418" actId="26606"/>
          <ac:spMkLst>
            <pc:docMk/>
            <pc:sldMk cId="1332066780" sldId="274"/>
            <ac:spMk id="15" creationId="{03E1C8F1-97F5-489C-8308-958F09657254}"/>
          </ac:spMkLst>
        </pc:spChg>
        <pc:picChg chg="add mod">
          <ac:chgData name="Daniel Cascante Espinoza" userId="6a9774af1d4df581" providerId="LiveId" clId="{9E5ECC90-2B3E-474C-9174-B907BE02AEBB}" dt="2025-11-10T16:59:52.193" v="1427" actId="14100"/>
          <ac:picMkLst>
            <pc:docMk/>
            <pc:sldMk cId="1332066780" sldId="274"/>
            <ac:picMk id="4" creationId="{6BBD35F7-68AC-3AD7-3BE9-27CB1C3797AE}"/>
          </ac:picMkLst>
        </pc:picChg>
      </pc:sldChg>
      <pc:sldChg chg="addSp delSp modSp new mod modTransition setBg modAnim">
        <pc:chgData name="Daniel Cascante Espinoza" userId="6a9774af1d4df581" providerId="LiveId" clId="{9E5ECC90-2B3E-474C-9174-B907BE02AEBB}" dt="2025-11-10T17:24:17.349" v="1657"/>
        <pc:sldMkLst>
          <pc:docMk/>
          <pc:sldMk cId="832050709" sldId="275"/>
        </pc:sldMkLst>
        <pc:spChg chg="mod">
          <ac:chgData name="Daniel Cascante Espinoza" userId="6a9774af1d4df581" providerId="LiveId" clId="{9E5ECC90-2B3E-474C-9174-B907BE02AEBB}" dt="2025-11-10T17:04:37.538" v="1522" actId="26606"/>
          <ac:spMkLst>
            <pc:docMk/>
            <pc:sldMk cId="832050709" sldId="275"/>
            <ac:spMk id="2" creationId="{EFF03B08-2350-260E-4BDA-3DE08BB3BB10}"/>
          </ac:spMkLst>
        </pc:spChg>
        <pc:spChg chg="mod">
          <ac:chgData name="Daniel Cascante Espinoza" userId="6a9774af1d4df581" providerId="LiveId" clId="{9E5ECC90-2B3E-474C-9174-B907BE02AEBB}" dt="2025-11-10T17:06:37.975" v="1577" actId="20577"/>
          <ac:spMkLst>
            <pc:docMk/>
            <pc:sldMk cId="832050709" sldId="275"/>
            <ac:spMk id="3" creationId="{8F6A8ACD-5838-9C0D-D9A3-83998E43ADC9}"/>
          </ac:spMkLst>
        </pc:spChg>
        <pc:spChg chg="add">
          <ac:chgData name="Daniel Cascante Espinoza" userId="6a9774af1d4df581" providerId="LiveId" clId="{9E5ECC90-2B3E-474C-9174-B907BE02AEBB}" dt="2025-11-10T17:04:37.538" v="1522" actId="26606"/>
          <ac:spMkLst>
            <pc:docMk/>
            <pc:sldMk cId="832050709" sldId="275"/>
            <ac:spMk id="13" creationId="{69D47016-023F-44BD-981C-50E7A10A6609}"/>
          </ac:spMkLst>
        </pc:spChg>
        <pc:spChg chg="add">
          <ac:chgData name="Daniel Cascante Espinoza" userId="6a9774af1d4df581" providerId="LiveId" clId="{9E5ECC90-2B3E-474C-9174-B907BE02AEBB}" dt="2025-11-10T17:04:37.538" v="1522" actId="26606"/>
          <ac:spMkLst>
            <pc:docMk/>
            <pc:sldMk cId="832050709" sldId="275"/>
            <ac:spMk id="15" creationId="{6D8B37B0-0682-433E-BC8D-498C04ABD9A7}"/>
          </ac:spMkLst>
        </pc:spChg>
        <pc:picChg chg="add mod">
          <ac:chgData name="Daniel Cascante Espinoza" userId="6a9774af1d4df581" providerId="LiveId" clId="{9E5ECC90-2B3E-474C-9174-B907BE02AEBB}" dt="2025-11-10T17:05:00.678" v="1525" actId="1076"/>
          <ac:picMkLst>
            <pc:docMk/>
            <pc:sldMk cId="832050709" sldId="275"/>
            <ac:picMk id="5" creationId="{8C37BE4C-30C5-2A93-757A-6BB005000661}"/>
          </ac:picMkLst>
        </pc:picChg>
        <pc:picChg chg="add mod">
          <ac:chgData name="Daniel Cascante Espinoza" userId="6a9774af1d4df581" providerId="LiveId" clId="{9E5ECC90-2B3E-474C-9174-B907BE02AEBB}" dt="2025-11-10T17:05:02.060" v="1526" actId="1076"/>
          <ac:picMkLst>
            <pc:docMk/>
            <pc:sldMk cId="832050709" sldId="275"/>
            <ac:picMk id="8" creationId="{D8843D09-68C1-10A3-2685-E0A3205BA1EC}"/>
          </ac:picMkLst>
        </pc:picChg>
      </pc:sldChg>
      <pc:sldChg chg="addSp delSp modSp new mod modTransition setBg">
        <pc:chgData name="Daniel Cascante Espinoza" userId="6a9774af1d4df581" providerId="LiveId" clId="{9E5ECC90-2B3E-474C-9174-B907BE02AEBB}" dt="2025-11-10T17:25:00.741" v="1670"/>
        <pc:sldMkLst>
          <pc:docMk/>
          <pc:sldMk cId="392912371" sldId="276"/>
        </pc:sldMkLst>
        <pc:spChg chg="mod ord">
          <ac:chgData name="Daniel Cascante Espinoza" userId="6a9774af1d4df581" providerId="LiveId" clId="{9E5ECC90-2B3E-474C-9174-B907BE02AEBB}" dt="2025-11-10T17:12:53.130" v="1587" actId="26606"/>
          <ac:spMkLst>
            <pc:docMk/>
            <pc:sldMk cId="392912371" sldId="276"/>
            <ac:spMk id="2" creationId="{07EB36E6-E2E3-0BF8-0C17-E4E7026152DF}"/>
          </ac:spMkLst>
        </pc:spChg>
        <pc:spChg chg="add">
          <ac:chgData name="Daniel Cascante Espinoza" userId="6a9774af1d4df581" providerId="LiveId" clId="{9E5ECC90-2B3E-474C-9174-B907BE02AEBB}" dt="2025-11-10T17:12:53.130" v="1587" actId="26606"/>
          <ac:spMkLst>
            <pc:docMk/>
            <pc:sldMk cId="392912371" sldId="276"/>
            <ac:spMk id="11" creationId="{7B1AB9FE-36F5-4FD1-9850-DB5C5AD4828F}"/>
          </ac:spMkLst>
        </pc:spChg>
        <pc:spChg chg="add">
          <ac:chgData name="Daniel Cascante Espinoza" userId="6a9774af1d4df581" providerId="LiveId" clId="{9E5ECC90-2B3E-474C-9174-B907BE02AEBB}" dt="2025-11-10T17:12:53.130" v="1587" actId="26606"/>
          <ac:spMkLst>
            <pc:docMk/>
            <pc:sldMk cId="392912371" sldId="276"/>
            <ac:spMk id="13" creationId="{F489C2E0-4895-4B72-85EA-7EE9FAFFDC7E}"/>
          </ac:spMkLst>
        </pc:spChg>
        <pc:picChg chg="add mod">
          <ac:chgData name="Daniel Cascante Espinoza" userId="6a9774af1d4df581" providerId="LiveId" clId="{9E5ECC90-2B3E-474C-9174-B907BE02AEBB}" dt="2025-11-10T17:12:53.130" v="1587" actId="26606"/>
          <ac:picMkLst>
            <pc:docMk/>
            <pc:sldMk cId="392912371" sldId="276"/>
            <ac:picMk id="5" creationId="{CC439B89-D86C-37E8-756D-F45330CCCBA7}"/>
          </ac:picMkLst>
        </pc:picChg>
      </pc:sldChg>
      <pc:sldChg chg="addSp delSp modSp new mod modTransition setBg">
        <pc:chgData name="Daniel Cascante Espinoza" userId="6a9774af1d4df581" providerId="LiveId" clId="{9E5ECC90-2B3E-474C-9174-B907BE02AEBB}" dt="2025-11-10T17:25:44.069" v="1687"/>
        <pc:sldMkLst>
          <pc:docMk/>
          <pc:sldMk cId="306364778" sldId="277"/>
        </pc:sldMkLst>
        <pc:spChg chg="mod ord">
          <ac:chgData name="Daniel Cascante Espinoza" userId="6a9774af1d4df581" providerId="LiveId" clId="{9E5ECC90-2B3E-474C-9174-B907BE02AEBB}" dt="2025-11-10T17:18:37.787" v="1625" actId="26606"/>
          <ac:spMkLst>
            <pc:docMk/>
            <pc:sldMk cId="306364778" sldId="277"/>
            <ac:spMk id="2" creationId="{84F8B402-0906-0E93-99E1-D776E8A0DD8B}"/>
          </ac:spMkLst>
        </pc:spChg>
        <pc:grpChg chg="add">
          <ac:chgData name="Daniel Cascante Espinoza" userId="6a9774af1d4df581" providerId="LiveId" clId="{9E5ECC90-2B3E-474C-9174-B907BE02AEBB}" dt="2025-11-10T17:18:37.787" v="1625" actId="26606"/>
          <ac:grpSpMkLst>
            <pc:docMk/>
            <pc:sldMk cId="306364778" sldId="277"/>
            <ac:grpSpMk id="39" creationId="{0E76F6F3-F5F0-B26D-1B63-73AD0299B731}"/>
          </ac:grpSpMkLst>
        </pc:grpChg>
        <pc:picChg chg="add mod">
          <ac:chgData name="Daniel Cascante Espinoza" userId="6a9774af1d4df581" providerId="LiveId" clId="{9E5ECC90-2B3E-474C-9174-B907BE02AEBB}" dt="2025-11-10T17:18:37.787" v="1625" actId="26606"/>
          <ac:picMkLst>
            <pc:docMk/>
            <pc:sldMk cId="306364778" sldId="277"/>
            <ac:picMk id="16" creationId="{53D731B0-6AF2-6C17-6FAD-1E852BB7AEA0}"/>
          </ac:picMkLst>
        </pc:picChg>
      </pc:sldChg>
      <pc:sldChg chg="addSp modSp new mod modTransition setBg modAnim">
        <pc:chgData name="Daniel Cascante Espinoza" userId="6a9774af1d4df581" providerId="LiveId" clId="{9E5ECC90-2B3E-474C-9174-B907BE02AEBB}" dt="2025-11-13T00:15:53.677" v="2397" actId="20577"/>
        <pc:sldMkLst>
          <pc:docMk/>
          <pc:sldMk cId="4182465070" sldId="278"/>
        </pc:sldMkLst>
        <pc:spChg chg="mod">
          <ac:chgData name="Daniel Cascante Espinoza" userId="6a9774af1d4df581" providerId="LiveId" clId="{9E5ECC90-2B3E-474C-9174-B907BE02AEBB}" dt="2025-11-13T00:15:53.677" v="2397" actId="20577"/>
          <ac:spMkLst>
            <pc:docMk/>
            <pc:sldMk cId="4182465070" sldId="278"/>
            <ac:spMk id="2" creationId="{89664CD4-7E31-CF51-4103-B464A36B8E47}"/>
          </ac:spMkLst>
        </pc:spChg>
        <pc:spChg chg="mod">
          <ac:chgData name="Daniel Cascante Espinoza" userId="6a9774af1d4df581" providerId="LiveId" clId="{9E5ECC90-2B3E-474C-9174-B907BE02AEBB}" dt="2025-11-13T00:11:29.395" v="2387" actId="26606"/>
          <ac:spMkLst>
            <pc:docMk/>
            <pc:sldMk cId="4182465070" sldId="278"/>
            <ac:spMk id="3" creationId="{FD96C1B7-8B10-0B92-004D-2BA1212FB8A2}"/>
          </ac:spMkLst>
        </pc:spChg>
        <pc:spChg chg="add">
          <ac:chgData name="Daniel Cascante Espinoza" userId="6a9774af1d4df581" providerId="LiveId" clId="{9E5ECC90-2B3E-474C-9174-B907BE02AEBB}" dt="2025-11-13T00:11:29.395" v="2387" actId="26606"/>
          <ac:spMkLst>
            <pc:docMk/>
            <pc:sldMk cId="4182465070" sldId="278"/>
            <ac:spMk id="10" creationId="{F13C74B1-5B17-4795-BED0-7140497B445A}"/>
          </ac:spMkLst>
        </pc:spChg>
        <pc:spChg chg="add">
          <ac:chgData name="Daniel Cascante Espinoza" userId="6a9774af1d4df581" providerId="LiveId" clId="{9E5ECC90-2B3E-474C-9174-B907BE02AEBB}" dt="2025-11-13T00:11:29.395" v="2387" actId="26606"/>
          <ac:spMkLst>
            <pc:docMk/>
            <pc:sldMk cId="4182465070" sldId="278"/>
            <ac:spMk id="12" creationId="{D4974D33-8DC5-464E-8C6D-BE58F0669C17}"/>
          </ac:spMkLst>
        </pc:spChg>
        <pc:picChg chg="add mod">
          <ac:chgData name="Daniel Cascante Espinoza" userId="6a9774af1d4df581" providerId="LiveId" clId="{9E5ECC90-2B3E-474C-9174-B907BE02AEBB}" dt="2025-11-13T00:11:29.395" v="2387" actId="26606"/>
          <ac:picMkLst>
            <pc:docMk/>
            <pc:sldMk cId="4182465070" sldId="278"/>
            <ac:picMk id="5" creationId="{1AB44CA5-309E-E310-F031-2944E497A6F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E7BD2B-74F5-45F7-9B5C-C7D6334E63A1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E1ABDBD-5498-4F17-82FC-05E91266CB1A}">
      <dgm:prSet/>
      <dgm:spPr/>
      <dgm:t>
        <a:bodyPr/>
        <a:lstStyle/>
        <a:p>
          <a:r>
            <a:rPr lang="es-MX" dirty="0"/>
            <a:t>Hay 2 maneras:</a:t>
          </a:r>
          <a:endParaRPr lang="en-US" dirty="0"/>
        </a:p>
      </dgm:t>
    </dgm:pt>
    <dgm:pt modelId="{C5C33E9B-17B5-4923-9DA6-87E8B3695BA8}" type="parTrans" cxnId="{D6BB5270-9FB3-4746-9525-B463D9A19F3D}">
      <dgm:prSet/>
      <dgm:spPr/>
      <dgm:t>
        <a:bodyPr/>
        <a:lstStyle/>
        <a:p>
          <a:endParaRPr lang="en-US"/>
        </a:p>
      </dgm:t>
    </dgm:pt>
    <dgm:pt modelId="{ADB6056A-50B1-4542-95DD-18604AE932E2}" type="sibTrans" cxnId="{D6BB5270-9FB3-4746-9525-B463D9A19F3D}">
      <dgm:prSet/>
      <dgm:spPr/>
      <dgm:t>
        <a:bodyPr/>
        <a:lstStyle/>
        <a:p>
          <a:endParaRPr lang="en-US"/>
        </a:p>
      </dgm:t>
    </dgm:pt>
    <dgm:pt modelId="{AABC3AF1-2848-410B-AB06-F608E611307C}">
      <dgm:prSet/>
      <dgm:spPr/>
      <dgm:t>
        <a:bodyPr/>
        <a:lstStyle/>
        <a:p>
          <a:r>
            <a:rPr lang="en-US"/>
            <a:t>Jugada de pase</a:t>
          </a:r>
        </a:p>
      </dgm:t>
    </dgm:pt>
    <dgm:pt modelId="{1BF528B1-C6D9-462B-AC18-A6E609ED6CE0}" type="parTrans" cxnId="{EA4B3D34-DADB-4095-A484-900F2D8DFF06}">
      <dgm:prSet/>
      <dgm:spPr/>
      <dgm:t>
        <a:bodyPr/>
        <a:lstStyle/>
        <a:p>
          <a:endParaRPr lang="en-US"/>
        </a:p>
      </dgm:t>
    </dgm:pt>
    <dgm:pt modelId="{9F93FE07-3FE0-439D-9B7F-71A443FD2ECB}" type="sibTrans" cxnId="{EA4B3D34-DADB-4095-A484-900F2D8DFF06}">
      <dgm:prSet/>
      <dgm:spPr/>
      <dgm:t>
        <a:bodyPr/>
        <a:lstStyle/>
        <a:p>
          <a:endParaRPr lang="en-US"/>
        </a:p>
      </dgm:t>
    </dgm:pt>
    <dgm:pt modelId="{733BA717-26F2-4873-ABCE-06E65846947C}">
      <dgm:prSet/>
      <dgm:spPr/>
      <dgm:t>
        <a:bodyPr/>
        <a:lstStyle/>
        <a:p>
          <a:r>
            <a:rPr lang="en-US"/>
            <a:t>Acarreo terrestre</a:t>
          </a:r>
        </a:p>
      </dgm:t>
    </dgm:pt>
    <dgm:pt modelId="{09B89E1E-AFD6-49DB-BFCE-5A85F82BFEA5}" type="parTrans" cxnId="{AFB00BF6-B965-4D73-84AF-6EA94D594CBA}">
      <dgm:prSet/>
      <dgm:spPr/>
      <dgm:t>
        <a:bodyPr/>
        <a:lstStyle/>
        <a:p>
          <a:endParaRPr lang="en-US"/>
        </a:p>
      </dgm:t>
    </dgm:pt>
    <dgm:pt modelId="{DC203315-201E-41DF-9213-1B64C0902FDE}" type="sibTrans" cxnId="{AFB00BF6-B965-4D73-84AF-6EA94D594CBA}">
      <dgm:prSet/>
      <dgm:spPr/>
      <dgm:t>
        <a:bodyPr/>
        <a:lstStyle/>
        <a:p>
          <a:endParaRPr lang="en-US"/>
        </a:p>
      </dgm:t>
    </dgm:pt>
    <dgm:pt modelId="{584145F1-B457-4F96-881F-B54059CE109A}" type="pres">
      <dgm:prSet presAssocID="{12E7BD2B-74F5-45F7-9B5C-C7D6334E63A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925C41-955F-4B20-80AD-CEADFA66ACB7}" type="pres">
      <dgm:prSet presAssocID="{EE1ABDBD-5498-4F17-82FC-05E91266CB1A}" presName="root" presStyleCnt="0"/>
      <dgm:spPr/>
    </dgm:pt>
    <dgm:pt modelId="{8E2675E5-90F8-44FD-AD02-3DC52D2C5C7C}" type="pres">
      <dgm:prSet presAssocID="{EE1ABDBD-5498-4F17-82FC-05E91266CB1A}" presName="rootComposite" presStyleCnt="0"/>
      <dgm:spPr/>
    </dgm:pt>
    <dgm:pt modelId="{6A2AE741-E319-458B-BD0C-092CF497BDDB}" type="pres">
      <dgm:prSet presAssocID="{EE1ABDBD-5498-4F17-82FC-05E91266CB1A}" presName="rootText" presStyleLbl="node1" presStyleIdx="0" presStyleCnt="1"/>
      <dgm:spPr/>
    </dgm:pt>
    <dgm:pt modelId="{F3CA4DF6-13B2-4CCB-B808-1B6A8AC9D979}" type="pres">
      <dgm:prSet presAssocID="{EE1ABDBD-5498-4F17-82FC-05E91266CB1A}" presName="rootConnector" presStyleLbl="node1" presStyleIdx="0" presStyleCnt="1"/>
      <dgm:spPr/>
    </dgm:pt>
    <dgm:pt modelId="{122C3D4A-82E8-4672-9072-B9F280D09869}" type="pres">
      <dgm:prSet presAssocID="{EE1ABDBD-5498-4F17-82FC-05E91266CB1A}" presName="childShape" presStyleCnt="0"/>
      <dgm:spPr/>
    </dgm:pt>
    <dgm:pt modelId="{A05B4FC6-7AD5-4F5F-AD8D-B7927F1710A5}" type="pres">
      <dgm:prSet presAssocID="{1BF528B1-C6D9-462B-AC18-A6E609ED6CE0}" presName="Name13" presStyleLbl="parChTrans1D2" presStyleIdx="0" presStyleCnt="2"/>
      <dgm:spPr/>
    </dgm:pt>
    <dgm:pt modelId="{AB9E67CC-35D7-45E7-BEF7-30128E0EA1FA}" type="pres">
      <dgm:prSet presAssocID="{AABC3AF1-2848-410B-AB06-F608E611307C}" presName="childText" presStyleLbl="bgAcc1" presStyleIdx="0" presStyleCnt="2">
        <dgm:presLayoutVars>
          <dgm:bulletEnabled val="1"/>
        </dgm:presLayoutVars>
      </dgm:prSet>
      <dgm:spPr/>
    </dgm:pt>
    <dgm:pt modelId="{9FC7573C-5E5F-4794-B28B-67E2D17B899A}" type="pres">
      <dgm:prSet presAssocID="{09B89E1E-AFD6-49DB-BFCE-5A85F82BFEA5}" presName="Name13" presStyleLbl="parChTrans1D2" presStyleIdx="1" presStyleCnt="2"/>
      <dgm:spPr/>
    </dgm:pt>
    <dgm:pt modelId="{D898734F-4F5A-4EFF-BAF6-24984DC7C6BA}" type="pres">
      <dgm:prSet presAssocID="{733BA717-26F2-4873-ABCE-06E65846947C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B123920C-F27F-4D6C-AB75-02FC0566493D}" type="presOf" srcId="{12E7BD2B-74F5-45F7-9B5C-C7D6334E63A1}" destId="{584145F1-B457-4F96-881F-B54059CE109A}" srcOrd="0" destOrd="0" presId="urn:microsoft.com/office/officeart/2005/8/layout/hierarchy3"/>
    <dgm:cxn modelId="{F4E78614-DED6-4BEC-8577-D703B5F13724}" type="presOf" srcId="{1BF528B1-C6D9-462B-AC18-A6E609ED6CE0}" destId="{A05B4FC6-7AD5-4F5F-AD8D-B7927F1710A5}" srcOrd="0" destOrd="0" presId="urn:microsoft.com/office/officeart/2005/8/layout/hierarchy3"/>
    <dgm:cxn modelId="{EA4B3D34-DADB-4095-A484-900F2D8DFF06}" srcId="{EE1ABDBD-5498-4F17-82FC-05E91266CB1A}" destId="{AABC3AF1-2848-410B-AB06-F608E611307C}" srcOrd="0" destOrd="0" parTransId="{1BF528B1-C6D9-462B-AC18-A6E609ED6CE0}" sibTransId="{9F93FE07-3FE0-439D-9B7F-71A443FD2ECB}"/>
    <dgm:cxn modelId="{42EBD366-EEAE-405D-8988-AE78CB12FDE4}" type="presOf" srcId="{733BA717-26F2-4873-ABCE-06E65846947C}" destId="{D898734F-4F5A-4EFF-BAF6-24984DC7C6BA}" srcOrd="0" destOrd="0" presId="urn:microsoft.com/office/officeart/2005/8/layout/hierarchy3"/>
    <dgm:cxn modelId="{D6BB5270-9FB3-4746-9525-B463D9A19F3D}" srcId="{12E7BD2B-74F5-45F7-9B5C-C7D6334E63A1}" destId="{EE1ABDBD-5498-4F17-82FC-05E91266CB1A}" srcOrd="0" destOrd="0" parTransId="{C5C33E9B-17B5-4923-9DA6-87E8B3695BA8}" sibTransId="{ADB6056A-50B1-4542-95DD-18604AE932E2}"/>
    <dgm:cxn modelId="{3F76EC50-6E6A-4591-B640-A26505A6BF77}" type="presOf" srcId="{AABC3AF1-2848-410B-AB06-F608E611307C}" destId="{AB9E67CC-35D7-45E7-BEF7-30128E0EA1FA}" srcOrd="0" destOrd="0" presId="urn:microsoft.com/office/officeart/2005/8/layout/hierarchy3"/>
    <dgm:cxn modelId="{DA085289-6930-497B-926A-196057E491D4}" type="presOf" srcId="{EE1ABDBD-5498-4F17-82FC-05E91266CB1A}" destId="{F3CA4DF6-13B2-4CCB-B808-1B6A8AC9D979}" srcOrd="1" destOrd="0" presId="urn:microsoft.com/office/officeart/2005/8/layout/hierarchy3"/>
    <dgm:cxn modelId="{7EB02A8C-5FDD-4556-8D8B-06A64A852963}" type="presOf" srcId="{09B89E1E-AFD6-49DB-BFCE-5A85F82BFEA5}" destId="{9FC7573C-5E5F-4794-B28B-67E2D17B899A}" srcOrd="0" destOrd="0" presId="urn:microsoft.com/office/officeart/2005/8/layout/hierarchy3"/>
    <dgm:cxn modelId="{BC30D4A3-F5BB-4AF4-9CA5-F9BA32703E07}" type="presOf" srcId="{EE1ABDBD-5498-4F17-82FC-05E91266CB1A}" destId="{6A2AE741-E319-458B-BD0C-092CF497BDDB}" srcOrd="0" destOrd="0" presId="urn:microsoft.com/office/officeart/2005/8/layout/hierarchy3"/>
    <dgm:cxn modelId="{AFB00BF6-B965-4D73-84AF-6EA94D594CBA}" srcId="{EE1ABDBD-5498-4F17-82FC-05E91266CB1A}" destId="{733BA717-26F2-4873-ABCE-06E65846947C}" srcOrd="1" destOrd="0" parTransId="{09B89E1E-AFD6-49DB-BFCE-5A85F82BFEA5}" sibTransId="{DC203315-201E-41DF-9213-1B64C0902FDE}"/>
    <dgm:cxn modelId="{15F1A1C1-3AC9-4795-A476-97263E4D8712}" type="presParOf" srcId="{584145F1-B457-4F96-881F-B54059CE109A}" destId="{D4925C41-955F-4B20-80AD-CEADFA66ACB7}" srcOrd="0" destOrd="0" presId="urn:microsoft.com/office/officeart/2005/8/layout/hierarchy3"/>
    <dgm:cxn modelId="{1764BDF4-5EE6-4EAA-921D-3E78210BAD70}" type="presParOf" srcId="{D4925C41-955F-4B20-80AD-CEADFA66ACB7}" destId="{8E2675E5-90F8-44FD-AD02-3DC52D2C5C7C}" srcOrd="0" destOrd="0" presId="urn:microsoft.com/office/officeart/2005/8/layout/hierarchy3"/>
    <dgm:cxn modelId="{155F3657-37F4-4A2B-AC04-C4B0B7D709F7}" type="presParOf" srcId="{8E2675E5-90F8-44FD-AD02-3DC52D2C5C7C}" destId="{6A2AE741-E319-458B-BD0C-092CF497BDDB}" srcOrd="0" destOrd="0" presId="urn:microsoft.com/office/officeart/2005/8/layout/hierarchy3"/>
    <dgm:cxn modelId="{C3FB4AE1-44FB-4706-908A-78A8483DD5F5}" type="presParOf" srcId="{8E2675E5-90F8-44FD-AD02-3DC52D2C5C7C}" destId="{F3CA4DF6-13B2-4CCB-B808-1B6A8AC9D979}" srcOrd="1" destOrd="0" presId="urn:microsoft.com/office/officeart/2005/8/layout/hierarchy3"/>
    <dgm:cxn modelId="{7AB4F9B5-2824-4DB8-8549-63A7177055B5}" type="presParOf" srcId="{D4925C41-955F-4B20-80AD-CEADFA66ACB7}" destId="{122C3D4A-82E8-4672-9072-B9F280D09869}" srcOrd="1" destOrd="0" presId="urn:microsoft.com/office/officeart/2005/8/layout/hierarchy3"/>
    <dgm:cxn modelId="{B1E6C867-6B01-40C0-841A-316BCE9D96B7}" type="presParOf" srcId="{122C3D4A-82E8-4672-9072-B9F280D09869}" destId="{A05B4FC6-7AD5-4F5F-AD8D-B7927F1710A5}" srcOrd="0" destOrd="0" presId="urn:microsoft.com/office/officeart/2005/8/layout/hierarchy3"/>
    <dgm:cxn modelId="{5C55D580-FDBA-4B19-BB63-F6EBE25F24B6}" type="presParOf" srcId="{122C3D4A-82E8-4672-9072-B9F280D09869}" destId="{AB9E67CC-35D7-45E7-BEF7-30128E0EA1FA}" srcOrd="1" destOrd="0" presId="urn:microsoft.com/office/officeart/2005/8/layout/hierarchy3"/>
    <dgm:cxn modelId="{090168CB-6E5F-4BEA-80C1-B85CF7531A93}" type="presParOf" srcId="{122C3D4A-82E8-4672-9072-B9F280D09869}" destId="{9FC7573C-5E5F-4794-B28B-67E2D17B899A}" srcOrd="2" destOrd="0" presId="urn:microsoft.com/office/officeart/2005/8/layout/hierarchy3"/>
    <dgm:cxn modelId="{E8ECA170-B437-4D2F-99FE-8E6FAD4D214A}" type="presParOf" srcId="{122C3D4A-82E8-4672-9072-B9F280D09869}" destId="{D898734F-4F5A-4EFF-BAF6-24984DC7C6BA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AE741-E319-458B-BD0C-092CF497BDDB}">
      <dsp:nvSpPr>
        <dsp:cNvPr id="0" name=""/>
        <dsp:cNvSpPr/>
      </dsp:nvSpPr>
      <dsp:spPr>
        <a:xfrm>
          <a:off x="4130761" y="2121"/>
          <a:ext cx="2254076" cy="112703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Hay 2 maneras:</a:t>
          </a:r>
          <a:endParaRPr lang="en-US" sz="3400" kern="1200" dirty="0"/>
        </a:p>
      </dsp:txBody>
      <dsp:txXfrm>
        <a:off x="4163771" y="35131"/>
        <a:ext cx="2188056" cy="1061018"/>
      </dsp:txXfrm>
    </dsp:sp>
    <dsp:sp modelId="{A05B4FC6-7AD5-4F5F-AD8D-B7927F1710A5}">
      <dsp:nvSpPr>
        <dsp:cNvPr id="0" name=""/>
        <dsp:cNvSpPr/>
      </dsp:nvSpPr>
      <dsp:spPr>
        <a:xfrm>
          <a:off x="4356169" y="1129159"/>
          <a:ext cx="225407" cy="8452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5278"/>
              </a:lnTo>
              <a:lnTo>
                <a:pt x="225407" y="845278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9E67CC-35D7-45E7-BEF7-30128E0EA1FA}">
      <dsp:nvSpPr>
        <dsp:cNvPr id="0" name=""/>
        <dsp:cNvSpPr/>
      </dsp:nvSpPr>
      <dsp:spPr>
        <a:xfrm>
          <a:off x="4581577" y="1410918"/>
          <a:ext cx="1803261" cy="1127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Jugada de pase</a:t>
          </a:r>
        </a:p>
      </dsp:txBody>
      <dsp:txXfrm>
        <a:off x="4614587" y="1443928"/>
        <a:ext cx="1737241" cy="1061018"/>
      </dsp:txXfrm>
    </dsp:sp>
    <dsp:sp modelId="{9FC7573C-5E5F-4794-B28B-67E2D17B899A}">
      <dsp:nvSpPr>
        <dsp:cNvPr id="0" name=""/>
        <dsp:cNvSpPr/>
      </dsp:nvSpPr>
      <dsp:spPr>
        <a:xfrm>
          <a:off x="4356169" y="1129159"/>
          <a:ext cx="225407" cy="2254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4076"/>
              </a:lnTo>
              <a:lnTo>
                <a:pt x="225407" y="225407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98734F-4F5A-4EFF-BAF6-24984DC7C6BA}">
      <dsp:nvSpPr>
        <dsp:cNvPr id="0" name=""/>
        <dsp:cNvSpPr/>
      </dsp:nvSpPr>
      <dsp:spPr>
        <a:xfrm>
          <a:off x="4581577" y="2819716"/>
          <a:ext cx="1803261" cy="1127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43180" rIns="6477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Acarreo terrestre</a:t>
          </a:r>
        </a:p>
      </dsp:txBody>
      <dsp:txXfrm>
        <a:off x="4614587" y="2852726"/>
        <a:ext cx="1737241" cy="10610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0T04:57:27.775"/>
    </inkml:context>
    <inkml:brush xml:id="br0">
      <inkml:brushProperty name="width" value="0.2" units="cm"/>
      <inkml:brushProperty name="height" value="0.2" units="cm"/>
      <inkml:brushProperty name="color" value="#33CCFF"/>
      <inkml:brushProperty name="ignorePressure" value="1"/>
    </inkml:brush>
  </inkml:definitions>
  <inkml:trace contextRef="#ctx0" brushRef="#br0">0 0,'17734'0,"-17708"0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0T04:57:35.879"/>
    </inkml:context>
    <inkml:brush xml:id="br0">
      <inkml:brushProperty name="width" value="0.2" units="cm"/>
      <inkml:brushProperty name="height" value="0.2" units="cm"/>
      <inkml:brushProperty name="color" value="#FFC114"/>
      <inkml:brushProperty name="ignorePressure" value="1"/>
    </inkml:brush>
  </inkml:definitions>
  <inkml:trace contextRef="#ctx0" brushRef="#br0">0 0,'1619'0,"-1593"0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0T04:57:40.075"/>
    </inkml:context>
    <inkml:brush xml:id="br0">
      <inkml:brushProperty name="width" value="0.2" units="cm"/>
      <inkml:brushProperty name="height" value="0.2" units="cm"/>
      <inkml:brushProperty name="color" value="#FFC114"/>
      <inkml:brushProperty name="ignorePressure" value="1"/>
    </inkml:brush>
  </inkml:definitions>
  <inkml:trace contextRef="#ctx0" brushRef="#br0">1703 0,'-1667'0,"1632"0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0T05:04:27.557"/>
    </inkml:context>
    <inkml:brush xml:id="br0">
      <inkml:brushProperty name="width" value="0.2" units="cm"/>
      <inkml:brushProperty name="height" value="0.2" units="cm"/>
      <inkml:brushProperty name="color" value="#33CCFF"/>
      <inkml:brushProperty name="ignorePressure" value="1"/>
    </inkml:brush>
  </inkml:definitions>
  <inkml:trace contextRef="#ctx0" brushRef="#br0">1 0,'0'12782,"0"-12758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5:04:54.136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1053 24575,'134'2'0,"150"-6"0,-260 1 0,0-1 0,0-1 0,0-2 0,34-13 0,88-48 0,-21 8 0,-89 43 0,0-3 0,57-41 0,0 1 0,-68 43 0,0 0 0,-2-2 0,0 0 0,35-39 0,-54 53 0,-1 0 0,0 0 0,0 0 0,0 0 0,0-1 0,-1 1 0,0-1 0,0 1 0,0-1 0,-1 0 0,0 0 0,0 0 0,0 0 0,-1 0 0,0 0 0,0 0 0,0 0 0,-1 1 0,-2-10 0,-3-10 0,-1-1 0,-1 1 0,-15-28 0,2 1 0,17 40 0,-13-34 0,-12-57 0,21 75 0,5 22 0,1-1 0,0 0 0,1 1 0,-1-1 0,0-13 0,3 19 0,-1-1 0,0 0 0,0 1 0,1-1 0,-1 0 0,0 1 0,1-1 0,0 0 0,-1 1 0,1-1 0,0 1 0,0-1 0,0 1 0,0 0 0,0-1 0,0 1 0,1 0 0,-1-1 0,0 1 0,0 0 0,1 0 0,-1 0 0,1 1 0,-1-1 0,1 0 0,0 0 0,-1 1 0,3-1 0,11-3 0,0 0 0,0 1 0,0 1 0,1 1 0,24 0 0,79 10 0,-99-4 0,0 0 0,0 1 0,0 1 0,-1 1 0,0 1 0,23 15 0,8 2 0,7-4 0,-47-19 0,1 0 0,-1 1 0,0 1 0,0 0 0,9 6 0,-15-8 0,0 0 0,-1 0 0,0 0 0,0 0 0,0 1 0,0 0 0,-1-1 0,1 1 0,-1 0 0,0 0 0,0 0 0,0 1 0,-1-1 0,1 0 0,-1 1 0,1 5 0,2 21 0,-2 0 0,-1 1 0,-1-1 0,-1 1 0,-2-1 0,-1 0 0,-2 0 0,-1 0 0,-1 0 0,-25 57 0,23-59 0,1 1 0,-9 59 0,13-61 0,0 0 0,-2-1 0,-15 39 0,22-65 0,-1 1 0,1-1 0,-1 1 0,0 0 0,0-1 0,0 1 0,0-1 0,0 0 0,0 1 0,0-1 0,0 0 0,0 1 0,0-1 0,-1 0 0,1 0 0,-1 0 0,1 0 0,-1 0 0,-1 0 0,2-1 0,-1 0 0,1 0 0,0 0 0,0 0 0,0 0 0,0-1 0,0 1 0,0 0 0,0-1 0,0 1 0,0-1 0,0 1 0,0-1 0,0 0 0,0 1 0,0-1 0,0 0 0,1 1 0,-1-1 0,0 0 0,-1-2 0,-4-6 0,0-1 0,0 0 0,1 0 0,-6-15 0,8 16 0,-5-14 0,0 0 0,2-1 0,1 0 0,1 0 0,-1-28 0,1 16 0,-11-50 0,2 28 0,11 44 0,0-1 0,-2 0 0,0 1 0,0-1 0,-2 1 0,1 0 0,-13-19 0,5 11 0,1 0 0,1 0 0,0-1 0,-7-28 0,17 50 0,0 0 0,1-1 0,-1 1 0,0 0 0,1 0 0,-1-1 0,1 1 0,0-1 0,-1 1 0,1 0 0,0-1 0,0 1 0,0-1 0,0 1 0,0 0 0,0-1 0,1 1 0,-1-1 0,0 1 0,1 0 0,-1-1 0,1 1 0,-1 0 0,1-1 0,0 1 0,-1 0 0,1 0 0,0 0 0,0 0 0,0-1 0,0 1 0,0 0 0,0 1 0,0-1 0,0 0 0,1 0 0,-1 0 0,0 1 0,0-1 0,1 1 0,-1-1 0,0 1 0,1-1 0,-1 1 0,0 0 0,1-1 0,-1 1 0,1 0 0,1 0 0,3 0 0,0 1 0,-1-1 0,1 1 0,0 0 0,0 1 0,0-1 0,-1 1 0,1 0 0,-1 1 0,9 4 0,-3 0 0,-1 0 0,-1 0 0,1 1 0,-1 0 0,-1 1 0,0 0 0,0 1 0,0-1 0,-1 1 0,-1 1 0,10 18 0,-13-20 0,0 0 0,0 0 0,-1 0 0,0 0 0,0 0 0,-1 0 0,0 0 0,-1 1 0,0-1 0,-1 0 0,0 1 0,0-1 0,-1 0 0,0 0 0,-6 16 0,0-2-111,11-25 260,16-38-332,-10 21-1037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0T05:07:35.121"/>
    </inkml:context>
    <inkml:brush xml:id="br0">
      <inkml:brushProperty name="width" value="0.2" units="cm"/>
      <inkml:brushProperty name="height" value="0.2" units="cm"/>
      <inkml:brushProperty name="color" value="#FFC114"/>
      <inkml:brushProperty name="ignorePressure" value="1"/>
    </inkml:brush>
  </inkml:definitions>
  <inkml:trace contextRef="#ctx0" brushRef="#br0">0 1,'0'12494,"0"-12460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0T05:07:45.804"/>
    </inkml:context>
    <inkml:brush xml:id="br0">
      <inkml:brushProperty name="width" value="0.2" units="cm"/>
      <inkml:brushProperty name="height" value="0.2" units="cm"/>
      <inkml:brushProperty name="color" value="#33CCFF"/>
      <inkml:brushProperty name="ignorePressure" value="1"/>
    </inkml:brush>
  </inkml:definitions>
  <inkml:trace contextRef="#ctx0" brushRef="#br0">0 1,'0'12928,"0"-13532,0 568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5:25:48.5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0 1544 24575,'8'-11'0,"0"0"0,0 0 0,1 1 0,1 0 0,0 1 0,0 0 0,1 0 0,0 1 0,20-11 0,14-12 0,13-15 0,1 4 0,2 2 0,2 2 0,2 4 0,88-35 0,77-21 0,28-31 0,-88 37 0,104-31 0,-69 31 0,-142 61 0,133-31 0,-93 29 0,279-65 0,-369 87 0,344-67 0,-257 58 0,243-18 0,-209 22 0,148-26 0,-154 15 0,175-4 0,-229 19 0,0-3 0,104-24 0,9-1 0,17 22 0,-134 9 0,93-12 0,228-39 0,-205 37 0,256 12 0,-213 6 0,-151-2 0,-4 0 0,0-2 0,99-16 0,-77 5 0,0 4 0,127 5 0,28 0 0,-81-17 0,18 0 0,514 16 0,-364 7 0,532-3 0,-737 6 0,172 30 0,86 5 0,-310-34 0,142 28 0,31 4 0,-54-13 0,-61-6 0,-98-13 0,80 24 0,-80-19 0,71 12 0,487 101 0,-283-51 0,-284-67 0,80 17 0,129 44 0,-222-61 0,27 9 0,76 38 0,23 11 0,-54-27 0,-13-5 0,94 47 0,81 44 0,-52-26 0,-115-56 0,-14-7 0,88 57 0,-145-79 0,0 1 0,0 0 0,-2 1 0,0 0 0,0 1 0,13 24 0,-9-15 0,37 42 0,-34-46 0,-8-7 0,1-1 0,1-1 0,26 20 0,-35-29 0,-1 0 0,1-1 0,0 1 0,0-1 0,0 0 0,1-1 0,-1 1 0,0-1 0,1 0 0,-1 0 0,1-1 0,-1 1 0,1-1 0,-1-1 0,0 1 0,1-1 0,5-1 0,6-4 0,0-1 0,0 0 0,-1-1 0,0-1 0,0-1 0,-1 0 0,0-1 0,-1-1 0,-1 0 0,13-14 0,-11 11 0,0 1 0,1 0 0,1 2 0,0-1 0,1 2 0,33-16 0,-50 26 0,-1 1 0,1-1 0,0 1 0,0 0 0,-1-1 0,1 1 0,0 0 0,0-1 0,0 1 0,0 0 0,-1 0 0,1 0 0,0 0 0,0 0 0,0 0 0,0 0 0,-1 0 0,1 0 0,0 0 0,0 1 0,0-1 0,1 1 0,-7 14 0,-32 31 0,27-34 0,-58 88 0,-25 33 0,71-108 0,-1-1 0,-2-1 0,0-1 0,-31 20 0,-14 12 0,-11 0 0,66-45 0,1-1 0,-1 2 0,2 0 0,-1 1 0,1 0 0,1 1 0,-20 23 0,32-34 0,-1 0 0,0 0 0,0 0 0,1 0 0,-1 1 0,0-1 0,1 0 0,-1 0 0,1 1 0,0-1 0,-1 1 0,1-1 0,0 0 0,0 1 0,0-1 0,0 0 0,0 1 0,0-1 0,0 1 0,1-1 0,-1 0 0,0 1 0,1-1 0,-1 0 0,2 3 0,0-2 0,0 1 0,0-1 0,0 0 0,0 1 0,1-1 0,-1 0 0,1 0 0,0-1 0,-1 1 0,1-1 0,3 2 0,11 4 0,-1-2 0,1 0 0,22 3 0,-34-7 0,53 7 0,1-2 0,0-4 0,83-5 0,93 3 0,-202 9 0,-29-8 0,0 0 0,-1 1 0,1-1 0,0 0 0,0-1 0,0 1 0,0-1 0,0 0 0,0 0 0,7-1 0,-10 1 0,-1-1 0,1 0 0,-1 0 0,0 0 0,0 0 0,1 0 0,-1 0 0,0 0 0,0 0 0,0 0 0,0 0 0,0 0 0,0 0 0,0 0 0,-1 0 0,1 0 0,0 0 0,0 0 0,-1 0 0,1 0 0,-1 0 0,0-2 0,-11-28 0,10 28 0,-11-27 0,0-2 0,2 1 0,2-1 0,1-1 0,1 1 0,2-1 0,-1-36 0,3 31 0,-15-70 0,11 70 0,-6-70 0,12 42 0,3 168 0,-3 155 0,1-250 0,-1-1 0,0 1 0,0-1 0,0 0 0,-1 0 0,0 0 0,0 0 0,-1 0 0,0 0 0,0 0 0,0-1 0,0 1 0,-6 6 0,4-8 0,1 0 0,-1-1 0,1 1 0,-1-1 0,0 0 0,0-1 0,0 1 0,-1-1 0,1 0 0,-1 0 0,1-1 0,-1 1 0,1-1 0,-12 0 0,-48 1-1365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5:39:22.9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83 24575,'30'30'0,"1"-2"0,1 0 0,1-3 0,1 0 0,43 22 0,-42-34 0,1-1 0,0-1 0,0-2 0,1-2 0,0-1 0,46 1 0,345-2 0,-225-8 0,-182 3 0,-1-1 0,1 0 0,-1-2 0,1 0 0,-1-2 0,0 0 0,-1-1 0,1-1 0,-1-1 0,0 0 0,29-19 0,102-49 0,-26 15 0,-87 41 0,0-2 0,53-42 0,-88 62-71,-1 1 9,0 0 0,0 0 1,0 0-1,1-1 1,-1 1-1,0 1 0,1-1 1,-1 0-1,1 0 1,-1 0-1,1 1 0,-1-1 1,1 1-1,-1-1 1,1 1-1,-1 0 0,1-1 1,0 1-1,-1 0 1,3 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5:39:26.4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0 24575,'135'146'0,"-6"-6"0,-119-132 0,0 0 0,0-1 0,1 0 0,0-1 0,1 0 0,-1-1 0,1 0 0,0 0 0,19 3 0,5 0 0,-1-1 0,41 1 0,347-4 0,-218-7 0,-170 3 0,5 1 0,-1-2 0,43-7 0,-69 6 0,0-1 0,0-1 0,0 0 0,0 0 0,-1-1 0,0-1 0,0 0 0,-1-1 0,1 0 0,11-10 0,5-4 0,60-34 0,-62 41 0,0-2 0,-1-1 0,32-27 0,-50 38-273,0 0 0,0 1 0,1 0 0,12-7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5:39:29.2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24575,'2'6'0,"0"0"0,0 0 0,1-1 0,0 1 0,0 0 0,1-1 0,-1 0 0,1 0 0,0 0 0,1 0 0,8 7 0,-5-3 0,11 11 0,0 0 0,1-2 0,1 0 0,1-1 0,0-1 0,1-1 0,1-1 0,0-1 0,1-1 0,32 11 0,-11-7 0,1-2 0,0-2 0,0-2 0,1-3 0,53 3 0,607-13 0,-695 3 0,0-1 0,-1-1 0,1 0 0,-1 0 0,0-1 0,0-1 0,0 0 0,0-1 0,0 0 0,-1 0 0,15-11 0,70-32 0,-66 35 0,-2-2 0,1 0 0,26-21 0,-24 11-341,0-2 0,-2-1-1,33-40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5:39:31.2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 0 24575,'-1'45'0,"0"-24"0,0 0 0,2 0 0,0 0 0,8 33 0,-8-48 0,1 0 0,0 0 0,1 0 0,-1 0 0,1-1 0,0 1 0,1-1 0,-1 0 0,1 0 0,0 0 0,0 0 0,1-1 0,-1 0 0,1 0 0,0 0 0,0 0 0,0-1 0,1 0 0,-1 0 0,7 3 0,70 27 0,116 33 0,-151-55 0,1-1 0,0-3 0,0-1 0,57-2 0,602-8 0,-682 3 0,0-1 0,-1-2 0,1 0 0,-1-1 0,46-18 0,-22 3 0,83-46 0,-113 57 0,-1-1 0,0 0 0,-1-2 0,0 0 0,0 0 0,-2-2 0,0 0 0,0 0 0,-1-2 0,-1 1 0,16-27 0,-13 16-1365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5:39:33.28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35 24575,'0'3'0,"1"0"0,-1 0 0,1 0 0,0 0 0,1 0 0,-1 0 0,0-1 0,1 1 0,-1 0 0,1-1 0,0 1 0,3 3 0,31 31 0,-22-23 0,29 27 0,1-1 0,3-2 0,1-2 0,96 54 0,-36-35 0,156 57 0,-231-101 0,1-1 0,0-2 0,0-2 0,0-1 0,37 1 0,178-9 0,-87-2 0,-141 5 0,-1 0 0,0-2 0,34-6 0,-44 5 0,0 0 0,-1-1 0,1 0 0,-1 0 0,0-1 0,-1 0 0,1 0 0,-1-1 0,11-10 0,40-32 0,-41 35 0,-1-1 0,0 0 0,-2-1 0,27-32 0,3-4 0,-36 42 0,0-1 0,0 1 0,-1-2 0,-1 1 0,11-18 0,-9 10-151,-1-1-1,-1 0 0,-1 0 0,0 0 1,-1 0-1,-2-1 0,0 0 1,1-24-1,-3 10-6674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5:39:35.1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17 24575,'2'7'0,"0"0"0,1 0 0,0 0 0,1 0 0,-1-1 0,1 1 0,0-1 0,8 9 0,1 3 0,-1-1 0,1 0 0,0-1 0,1 0 0,0-1 0,2-1 0,0-1 0,33 23 0,6-4 0,73 32 0,26 15 0,-137-70 0,0 0 0,1-1 0,0-1 0,0-1 0,1-1 0,-1-1 0,1 0 0,28 2 0,16-4 0,79-5 0,-38-1 0,-103 4 0,39 0 0,0-2 0,57-10 0,-84 10 0,1-2 0,-1 0 0,-1-1 0,1 0 0,0 0 0,-1-2 0,0 1 0,-1-2 0,0 0 0,20-17 0,19-19 0,93-61 0,-62 59 0,-60 35 0,0 0 0,0-2 0,-1 0 0,18-17 0,-31 24-83,5-4-100,0-1 0,-1 0 0,0-1 0,-1 0-1,0-1 1,13-22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5:39:37.1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0 101 24575,'13'2'0,"-1"1"0,1 0 0,-1 1 0,0 0 0,0 1 0,0 0 0,-1 1 0,17 11 0,-13-8 0,31 18 0,0-3 0,2-2 0,56 18 0,-38-19 0,1-3 0,1-3 0,87 8 0,128 11 0,-218-24 0,21 8 0,-59-11 0,0-1 0,39 3 0,-44-9 0,-1 0 0,1-2 0,0 0 0,0-2 0,-1 0 0,0-2 0,0 0 0,0-1 0,-1-1 0,0-1 0,0-1 0,-1 0 0,26-20 0,-34 21 0,-2 0 0,1 0 0,-1-1 0,-1-1 0,1 1 0,9-19 0,-11 18 0,0 0 0,1 1 0,0-1 0,0 1 0,1 1 0,1 0 0,14-11 0,-9 8-136,-1 0-1,0 0 1,0-2-1,-1 1 1,-1-2-1,-1 1 1,0-2-1,0 0 0,7-17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5:39:39.8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 24575,'54'51'0,"86"64"0,-117-98 0,1-2 0,1-1 0,0-1 0,1 0 0,0-2 0,55 14 0,-6-6 0,1-4 0,1-3 0,108 2 0,-131-12 0,91 16 0,-86-8 0,65 1 0,274-11 0,-181-1 0,-194-1 0,0-1 0,-1-1 0,0 0 0,0-2 0,0-1 0,0-1 0,-1 0 0,-1-2 0,1 0 0,36-26 0,-44 25-37,-1 0 0,-1-1 0,1-1 0,-2 0 0,0 0 0,16-28 0,-8 13-1069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5:39:41.1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47 24575,'47'0'0,"1"-2"0,-1-2 0,76-16 0,-90 13 0,-1 2 0,1 1 0,-1 1 0,1 2 0,39 3 0,-68-1 2,-1-1-1,1 1 1,0 0-1,0 0 1,0 0-1,0 0 0,-1 1 1,1 0-1,-1 0 1,1 0-1,-1 0 1,1 0-1,-1 0 1,0 1-1,0 0 1,-1 0-1,1-1 1,0 2-1,-1-1 0,0 0 1,1 0-1,-1 1 1,-1-1-1,1 1 1,2 6-1,1 8-38,-1 0 1,-1 0-1,0 0 0,0 28 0,3 18-1182,1-26-5607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279F3-33E7-8458-EF2A-B8FCAF691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917F2E-1398-56BB-920D-B7AD0BA0B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8556E1-7C0B-2446-3162-8A218FFBD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4E9F-270F-4BE1-8713-B0538C99E70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63AEDC-2BCD-5C6A-9183-D16B3C303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B58807-283F-C892-F59B-BF894ED44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230-3EBD-4C47-954A-9E3F0F9488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44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F05DD-EC63-F37B-4068-72CE9676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B23498-901B-7E2A-F670-10D4ED71D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53AB10-09FE-BFE7-F0BA-E5A95FFF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4E9F-270F-4BE1-8713-B0538C99E70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79BDA-9950-5614-F1F4-ED8320F7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DB6E6E-1C80-96EA-ECA6-9FF35F9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230-3EBD-4C47-954A-9E3F0F9488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1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9B705-0398-E383-CC16-953115FBF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B31036-F13C-A851-0B62-EBF1F689F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B0707B-78F2-6726-0C5C-5C407B26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4E9F-270F-4BE1-8713-B0538C99E70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2929A9-012E-2CFF-2E14-B9AA9254C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9528F6-2472-F19E-C4C3-CE474B22E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230-3EBD-4C47-954A-9E3F0F9488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6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0D2A5-C881-1546-603A-B0E14712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B9BB1B-73F7-9D6D-3842-F49A8E2E4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B27239-6BEC-4280-141D-A2C26031E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F83E57-D07A-C711-878D-96A67D43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4E9F-270F-4BE1-8713-B0538C99E70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E7828E-19E5-22F1-19CD-D2354CCFA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5CA629-48AD-26AB-1B62-DD5587FD4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230-3EBD-4C47-954A-9E3F0F9488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0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97961-157A-D9B2-0B2D-21577E75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A2DF65-8261-BE68-DA5D-C2AB32948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87D757-5DA9-EBB9-E0BC-C3A32B961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4BEFFCD-5E20-19AC-0FE7-85E324AB4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EA773D9-D1EE-5A12-CB9F-A88A146EB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7838D9D-4EF9-414F-87AF-EC98E759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4E9F-270F-4BE1-8713-B0538C99E70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F42BF02-9A5B-3264-6572-6E9963CF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3CC0BCB-19B6-B280-DF57-8C6AD78FC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230-3EBD-4C47-954A-9E3F0F9488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8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8294EB-D8D8-95DA-F262-6772E80F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1EF36-6DE7-7D53-36B7-2641C81C7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4E9F-270F-4BE1-8713-B0538C99E70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D60E434-0C8A-A00B-37D8-545708DF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C31662-79EF-053C-C151-BA4874F9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230-3EBD-4C47-954A-9E3F0F9488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6A7621-F416-0A2D-B21F-D1CFF1AB8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4E9F-270F-4BE1-8713-B0538C99E70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3A47278-DF00-E76B-39DC-19F8DF7D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6E19F2-B5EF-5235-7F9F-EB41A23AC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230-3EBD-4C47-954A-9E3F0F9488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1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984A05-A5B7-B0AD-6E28-C2718B8A7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88A9C6-44D0-8331-9027-6AE53225E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7A424D-113C-B31D-91A5-9BD5CADD2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7A7CFB-16A7-4074-EAFB-57801825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4E9F-270F-4BE1-8713-B0538C99E70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AB4A00-32F7-1CEA-ECC8-8C1BF8E02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363637-F7C6-1DE1-B737-08EA1151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230-3EBD-4C47-954A-9E3F0F9488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37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CA6FF-356D-6F02-AAF0-AF815EEAD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873B0CC-EEA9-6500-E515-E5383B9DC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9C03E7-0CAB-29A0-588C-337D3C486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8D14EB-F780-37A4-795C-C72394F3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4E9F-270F-4BE1-8713-B0538C99E70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62E568-FBA0-FE42-8D6D-96D2282F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A558F2-B673-A68D-D831-76B80096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230-3EBD-4C47-954A-9E3F0F9488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5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1F54E-589E-0899-7A37-4A309E8C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C6A852-4CD4-22D5-1D81-4A7740719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B28743-8E8A-161D-8333-A37BEABC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4E9F-270F-4BE1-8713-B0538C99E70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5234F-ED21-C5F6-BC1A-1E31491A0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9CD0A9-F8B8-D927-F757-4377B594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230-3EBD-4C47-954A-9E3F0F9488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29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841735-C268-CF54-692B-8305DE5C2D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962EF7-BD6A-6970-4A45-0D8644010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D671C0-3B17-5CDF-DB8C-26BD75A1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4E9F-270F-4BE1-8713-B0538C99E70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837D71-7E39-1B65-1A6A-F0B8268B7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135D51-41A8-84C2-AC56-ACD31616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230-3EBD-4C47-954A-9E3F0F9488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6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A7B0478-7046-04F6-D308-104DEA1B7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CBEBF2-0244-378D-495B-28D269599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0BBECE-B264-2E5A-2E0B-9284DEA08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24E9F-270F-4BE1-8713-B0538C99E70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D20624-D343-446B-ECC5-B71C2322A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CF1E2E-D0A0-D3B2-1721-FEF157676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CD230-3EBD-4C47-954A-9E3F0F94886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021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gamblingsites.com/news/2021-nfl-odds-each-teams-projected-win-total-for-the-new-season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hyperlink" Target="https://openclipart.org/detail/213458/american-football-stadium-by-ezequias-213458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213458/american-football-stadium-by-ezequias-213458" TargetMode="External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6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213458/american-football-stadium-by-ezequias-213458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8.png"/><Relationship Id="rId4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om_Brady" TargetMode="External"/><Relationship Id="rId7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hyperlink" Target="https://nflhu.blog.hu/2018/09/24/minden_idok_egyik_legjobb_evfolyama_111" TargetMode="Externa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743815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flhu.blog.hu/page/7" TargetMode="Externa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19.png"/><Relationship Id="rId18" Type="http://schemas.openxmlformats.org/officeDocument/2006/relationships/customXml" Target="../ink/ink16.xml"/><Relationship Id="rId3" Type="http://schemas.openxmlformats.org/officeDocument/2006/relationships/hyperlink" Target="https://openclipart.org/detail/213458/american-football-stadium-by-ezequias-213458" TargetMode="External"/><Relationship Id="rId21" Type="http://schemas.openxmlformats.org/officeDocument/2006/relationships/image" Target="../media/image23.png"/><Relationship Id="rId7" Type="http://schemas.openxmlformats.org/officeDocument/2006/relationships/image" Target="../media/image16.png"/><Relationship Id="rId12" Type="http://schemas.openxmlformats.org/officeDocument/2006/relationships/customXml" Target="../ink/ink13.xml"/><Relationship Id="rId17" Type="http://schemas.openxmlformats.org/officeDocument/2006/relationships/image" Target="../media/image21.png"/><Relationship Id="rId2" Type="http://schemas.openxmlformats.org/officeDocument/2006/relationships/image" Target="../media/image2.png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customXml" Target="../ink/ink12.xml"/><Relationship Id="rId19" Type="http://schemas.openxmlformats.org/officeDocument/2006/relationships/image" Target="../media/image22.png"/><Relationship Id="rId4" Type="http://schemas.openxmlformats.org/officeDocument/2006/relationships/customXml" Target="../ink/ink9.xml"/><Relationship Id="rId9" Type="http://schemas.openxmlformats.org/officeDocument/2006/relationships/image" Target="../media/image17.png"/><Relationship Id="rId14" Type="http://schemas.openxmlformats.org/officeDocument/2006/relationships/customXml" Target="../ink/ink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ouchdown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rayterrill/6381144773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sicionesfootballa.blogspot.com/2015/10/" TargetMode="Externa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jjway2006/3886533184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dfreephotos.com/people/the-line-of-a-football-team.jpg.php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juggernautco/5647809356/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achhoover.blogspot.com/2012/06/pursuit-drills.html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o.wikipedia.org/wiki/Fotbal_american" TargetMode="Externa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gamblingsites.com/news/2022-nfl-draft-spencer-rattler-favored-to-be-first-overall-pick/" TargetMode="Externa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a.wikipedia.org/wiki/National_Football_League" TargetMode="Externa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gamblingsites.com/news/indianapolis-colts-eason-favored-to-start-game-1-of-2021-season/" TargetMode="Externa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ornitorrincodigital.com/2013/02/04/curacion-de-enlaces-edicion-especial-super-bowl-47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1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Imagen que contiene parada, firmar, foto, alfombra&#10;&#10;El contenido generado por IA puede ser incorrecto.">
            <a:extLst>
              <a:ext uri="{FF2B5EF4-FFF2-40B4-BE49-F238E27FC236}">
                <a16:creationId xmlns:a16="http://schemas.microsoft.com/office/drawing/2014/main" id="{4CFD6CF6-F3AE-9398-E831-4249C1FFC3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5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585691A-F98E-B627-C56D-55A21B2BA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s-MX" sz="6100">
                <a:solidFill>
                  <a:schemeClr val="bg1"/>
                </a:solidFill>
              </a:rPr>
              <a:t>Factores Determinantes en el Porcentaje de Victorias en la NFL: Temporada 2023</a:t>
            </a:r>
            <a:endParaRPr lang="en-US" sz="610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B747A6-6BC9-E547-85E8-055567A7D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s-MX">
                <a:solidFill>
                  <a:schemeClr val="bg1"/>
                </a:solidFill>
              </a:rPr>
              <a:t>Daniel Jesús Cascante Espinoza</a:t>
            </a:r>
          </a:p>
          <a:p>
            <a:r>
              <a:rPr lang="es-MX">
                <a:solidFill>
                  <a:schemeClr val="bg1"/>
                </a:solidFill>
              </a:rPr>
              <a:t>C4D841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68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80BFEA-B92A-F0B4-47BD-C04E40EAB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Antes que nada, ¿cómo se juega al fútbol americano?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14B4D0-E4A7-0D4E-CC55-20C04445A8F6}"/>
              </a:ext>
            </a:extLst>
          </p:cNvPr>
          <p:cNvSpPr txBox="1"/>
          <p:nvPr/>
        </p:nvSpPr>
        <p:spPr>
          <a:xfrm>
            <a:off x="4654295" y="502920"/>
            <a:ext cx="6894576" cy="1463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Datos </a:t>
            </a:r>
            <a:r>
              <a:rPr lang="en-US" sz="2000" dirty="0" err="1"/>
              <a:t>más</a:t>
            </a:r>
            <a:r>
              <a:rPr lang="en-US" sz="2000" dirty="0"/>
              <a:t> </a:t>
            </a:r>
            <a:r>
              <a:rPr lang="en-US" sz="2000" dirty="0" err="1"/>
              <a:t>importantes</a:t>
            </a:r>
            <a:r>
              <a:rPr lang="en-US" sz="2000" dirty="0"/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Cada </a:t>
            </a:r>
            <a:r>
              <a:rPr lang="en-US" sz="2000" dirty="0" err="1"/>
              <a:t>equipo</a:t>
            </a:r>
            <a:r>
              <a:rPr lang="en-US" sz="2000" dirty="0"/>
              <a:t> </a:t>
            </a:r>
            <a:r>
              <a:rPr lang="en-US" sz="2000" dirty="0" err="1"/>
              <a:t>tiene</a:t>
            </a:r>
            <a:r>
              <a:rPr lang="en-US" sz="2000" dirty="0"/>
              <a:t> 53 </a:t>
            </a:r>
            <a:r>
              <a:rPr lang="en-US" sz="2000" dirty="0" err="1"/>
              <a:t>jugadores</a:t>
            </a:r>
            <a:r>
              <a:rPr lang="en-US" sz="2000" dirty="0"/>
              <a:t>, </a:t>
            </a:r>
            <a:r>
              <a:rPr lang="en-US" sz="2000" dirty="0" err="1"/>
              <a:t>pero</a:t>
            </a:r>
            <a:r>
              <a:rPr lang="en-US" sz="2000" dirty="0"/>
              <a:t> se </a:t>
            </a:r>
            <a:r>
              <a:rPr lang="en-US" sz="2000" dirty="0" err="1"/>
              <a:t>juega</a:t>
            </a:r>
            <a:r>
              <a:rPr lang="en-US" sz="2000" dirty="0"/>
              <a:t> 11 vs. 11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Los </a:t>
            </a:r>
            <a:r>
              <a:rPr lang="en-US" sz="2000" dirty="0" err="1"/>
              <a:t>jugadores</a:t>
            </a:r>
            <a:r>
              <a:rPr lang="en-US" sz="2000" dirty="0"/>
              <a:t> </a:t>
            </a:r>
            <a:r>
              <a:rPr lang="en-US" sz="2000" dirty="0" err="1"/>
              <a:t>tienen</a:t>
            </a:r>
            <a:r>
              <a:rPr lang="en-US" sz="2000" dirty="0"/>
              <a:t> </a:t>
            </a:r>
            <a:r>
              <a:rPr lang="en-US" sz="2000" dirty="0" err="1"/>
              <a:t>diferentes</a:t>
            </a:r>
            <a:r>
              <a:rPr lang="en-US" sz="2000" dirty="0"/>
              <a:t> roles: </a:t>
            </a:r>
            <a:r>
              <a:rPr lang="en-US" sz="2000" dirty="0" err="1"/>
              <a:t>defensivo</a:t>
            </a:r>
            <a:r>
              <a:rPr lang="en-US" sz="2000" dirty="0"/>
              <a:t>, </a:t>
            </a:r>
            <a:r>
              <a:rPr lang="en-US" sz="2000" dirty="0" err="1"/>
              <a:t>ofensivo</a:t>
            </a:r>
            <a:r>
              <a:rPr lang="en-US" sz="2000" dirty="0"/>
              <a:t> y/o </a:t>
            </a:r>
            <a:r>
              <a:rPr lang="en-US" sz="2000" dirty="0" err="1"/>
              <a:t>equipos</a:t>
            </a:r>
            <a:r>
              <a:rPr lang="en-US" sz="2000" dirty="0"/>
              <a:t> </a:t>
            </a:r>
            <a:r>
              <a:rPr lang="en-US" sz="2000" dirty="0" err="1"/>
              <a:t>especiales</a:t>
            </a:r>
            <a:endParaRPr lang="en-US" sz="2000" dirty="0"/>
          </a:p>
        </p:txBody>
      </p:sp>
      <p:pic>
        <p:nvPicPr>
          <p:cNvPr id="5" name="Marcador de contenido 4" descr="Un conjunto de letras blancas en un fondo blanco&#10;&#10;El contenido generado por IA puede ser incorrecto.">
            <a:extLst>
              <a:ext uri="{FF2B5EF4-FFF2-40B4-BE49-F238E27FC236}">
                <a16:creationId xmlns:a16="http://schemas.microsoft.com/office/drawing/2014/main" id="{5B09B4F4-4713-4EE3-AC74-B61670AE5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922165" y="2290936"/>
            <a:ext cx="8335478" cy="39593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58FB58FC-CBB9-EEB7-F30F-C6F3F6742F2E}"/>
                  </a:ext>
                </a:extLst>
              </p14:cNvPr>
              <p14:cNvContentPartPr/>
              <p14:nvPr/>
            </p14:nvContentPartPr>
            <p14:xfrm>
              <a:off x="2878123" y="6087848"/>
              <a:ext cx="639396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58FB58FC-CBB9-EEB7-F30F-C6F3F6742F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42123" y="6051848"/>
                <a:ext cx="6465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B690E14E-8DA3-33CF-5388-C45FF448D701}"/>
                  </a:ext>
                </a:extLst>
              </p14:cNvPr>
              <p14:cNvContentPartPr/>
              <p14:nvPr/>
            </p14:nvContentPartPr>
            <p14:xfrm>
              <a:off x="2233363" y="6087848"/>
              <a:ext cx="592560" cy="36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B690E14E-8DA3-33CF-5388-C45FF448D7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97363" y="6051848"/>
                <a:ext cx="6642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A15EC3A0-9E30-1052-919D-CB989C36030F}"/>
                  </a:ext>
                </a:extLst>
              </p14:cNvPr>
              <p14:cNvContentPartPr/>
              <p14:nvPr/>
            </p14:nvContentPartPr>
            <p14:xfrm>
              <a:off x="9325363" y="6087848"/>
              <a:ext cx="613440" cy="36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A15EC3A0-9E30-1052-919D-CB989C36030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89723" y="6051848"/>
                <a:ext cx="68508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491374DA-D92D-ADE7-248E-C398516A8E3F}"/>
              </a:ext>
            </a:extLst>
          </p:cNvPr>
          <p:cNvSpPr txBox="1"/>
          <p:nvPr/>
        </p:nvSpPr>
        <p:spPr>
          <a:xfrm>
            <a:off x="5421137" y="6207773"/>
            <a:ext cx="133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100 yardas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21835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D2346-BA02-CA69-61DF-59662B9F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A1F4656-FFDA-4BA3-8516-90E58C01A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6B1A4CB-39FC-CFD0-82CE-19876EE5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5803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2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¿Cuál es la meta?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0FEE0C10-8E12-ED8E-C406-70B6669AA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3339" y="464372"/>
            <a:ext cx="5257798" cy="660181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Lograr un 1ero y 10</a:t>
            </a:r>
          </a:p>
        </p:txBody>
      </p:sp>
      <p:pic>
        <p:nvPicPr>
          <p:cNvPr id="5" name="Marcador de contenido 4" descr="Un conjunto de letras blancas en un fondo blanco&#10;&#10;El contenido generado por IA puede ser incorrecto.">
            <a:extLst>
              <a:ext uri="{FF2B5EF4-FFF2-40B4-BE49-F238E27FC236}">
                <a16:creationId xmlns:a16="http://schemas.microsoft.com/office/drawing/2014/main" id="{39F9BB9D-B070-49C9-21FE-1E65F8907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7732" y="1184257"/>
            <a:ext cx="10788354" cy="5124468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A642C57-9CB5-4ACF-66B0-BCB1DB1359EE}"/>
              </a:ext>
            </a:extLst>
          </p:cNvPr>
          <p:cNvSpPr txBox="1"/>
          <p:nvPr/>
        </p:nvSpPr>
        <p:spPr>
          <a:xfrm>
            <a:off x="4654295" y="502920"/>
            <a:ext cx="6894576" cy="1463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E2EEDF33-36BD-464C-8F23-DFFE67557A15}"/>
              </a:ext>
            </a:extLst>
          </p:cNvPr>
          <p:cNvSpPr/>
          <p:nvPr/>
        </p:nvSpPr>
        <p:spPr>
          <a:xfrm rot="5400000">
            <a:off x="1235880" y="3759840"/>
            <a:ext cx="4572000" cy="0"/>
          </a:xfrm>
          <a:prstGeom prst="line">
            <a:avLst/>
          </a:prstGeom>
          <a:solidFill>
            <a:srgbClr val="FFC114">
              <a:alpha val="5000"/>
            </a:srgbClr>
          </a:solidFill>
          <a:ln w="72000">
            <a:solidFill>
              <a:srgbClr val="FFC1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FFC114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46E6054A-D18D-D117-2FB3-BCC29D35615C}"/>
                  </a:ext>
                </a:extLst>
              </p14:cNvPr>
              <p14:cNvContentPartPr/>
              <p14:nvPr/>
            </p14:nvContentPartPr>
            <p14:xfrm>
              <a:off x="4381483" y="1468688"/>
              <a:ext cx="360" cy="461016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46E6054A-D18D-D117-2FB3-BCC29D3561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5843" y="1432688"/>
                <a:ext cx="72000" cy="46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1BDC43E1-992C-9764-924A-D4960C3260F5}"/>
                  </a:ext>
                </a:extLst>
              </p14:cNvPr>
              <p14:cNvContentPartPr/>
              <p14:nvPr/>
            </p14:nvContentPartPr>
            <p14:xfrm>
              <a:off x="3642403" y="3488648"/>
              <a:ext cx="648000" cy="38016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1BDC43E1-992C-9764-924A-D4960C3260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06403" y="3452648"/>
                <a:ext cx="719640" cy="45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44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39785-F2EB-E7AA-4EFB-AC15513EB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7CB75-6362-6FFB-CB2D-F5452EF80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5803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2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¿Cuál es la meta?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6A5BFF5C-0A2D-8A8B-EF35-7E115BB3E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3339" y="464372"/>
            <a:ext cx="5257798" cy="660181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Lograr un 1ero y 10</a:t>
            </a:r>
          </a:p>
        </p:txBody>
      </p:sp>
      <p:pic>
        <p:nvPicPr>
          <p:cNvPr id="5" name="Marcador de contenido 4" descr="Un conjunto de letras blancas en un fondo blanco&#10;&#10;El contenido generado por IA puede ser incorrecto.">
            <a:extLst>
              <a:ext uri="{FF2B5EF4-FFF2-40B4-BE49-F238E27FC236}">
                <a16:creationId xmlns:a16="http://schemas.microsoft.com/office/drawing/2014/main" id="{D0C2E500-1148-DF74-68E7-3B0BD2B63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7732" y="1184257"/>
            <a:ext cx="10788354" cy="5124468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E4EBBB0-C4F0-810D-3821-DE4A4A8304C6}"/>
              </a:ext>
            </a:extLst>
          </p:cNvPr>
          <p:cNvSpPr txBox="1"/>
          <p:nvPr/>
        </p:nvSpPr>
        <p:spPr>
          <a:xfrm>
            <a:off x="4654295" y="502920"/>
            <a:ext cx="6894576" cy="1463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08202847-58E4-FA09-2C8B-017B889E081C}"/>
                  </a:ext>
                </a:extLst>
              </p14:cNvPr>
              <p14:cNvContentPartPr/>
              <p14:nvPr/>
            </p14:nvContentPartPr>
            <p14:xfrm>
              <a:off x="4396603" y="1498568"/>
              <a:ext cx="360" cy="451044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08202847-58E4-FA09-2C8B-017B889E08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60603" y="1462928"/>
                <a:ext cx="72000" cy="45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95D7FE89-17AD-FA20-05D0-9E7852363464}"/>
                  </a:ext>
                </a:extLst>
              </p14:cNvPr>
              <p14:cNvContentPartPr/>
              <p14:nvPr/>
            </p14:nvContentPartPr>
            <p14:xfrm>
              <a:off x="5236123" y="1498568"/>
              <a:ext cx="360" cy="465480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95D7FE89-17AD-FA20-05D0-9E78523634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00123" y="1462928"/>
                <a:ext cx="72000" cy="472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859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289CA6-94FF-CF76-7D45-C561C77B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MX" sz="5400"/>
              <a:t>¿Cómo logro el 1ero y 10?</a:t>
            </a:r>
            <a:endParaRPr lang="en-US" sz="540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Marcador de contenido 13">
            <a:extLst>
              <a:ext uri="{FF2B5EF4-FFF2-40B4-BE49-F238E27FC236}">
                <a16:creationId xmlns:a16="http://schemas.microsoft.com/office/drawing/2014/main" id="{A37D1893-1D7C-4D69-54A2-D0ED2AA447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8285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46257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294C02-AFB5-749C-8011-B613B470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Primera forma: jugada de pase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Un jugador de fútbol americano&#10;&#10;El contenido generado por IA puede ser incorrecto.">
            <a:extLst>
              <a:ext uri="{FF2B5EF4-FFF2-40B4-BE49-F238E27FC236}">
                <a16:creationId xmlns:a16="http://schemas.microsoft.com/office/drawing/2014/main" id="{42749110-7526-E78E-C043-814A24B8A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18469" y="2642616"/>
            <a:ext cx="2217557" cy="3605784"/>
          </a:xfrm>
          <a:prstGeom prst="rect">
            <a:avLst/>
          </a:prstGeom>
        </p:spPr>
      </p:pic>
      <p:pic>
        <p:nvPicPr>
          <p:cNvPr id="8" name="Imagen 7" descr="Un jugador de fútbol con espectadores&#10;&#10;El contenido generado por IA puede ser incorrecto.">
            <a:extLst>
              <a:ext uri="{FF2B5EF4-FFF2-40B4-BE49-F238E27FC236}">
                <a16:creationId xmlns:a16="http://schemas.microsoft.com/office/drawing/2014/main" id="{4F2A77B4-479F-A4D8-8918-A34F1CDE25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360742" y="2642616"/>
            <a:ext cx="5401923" cy="36057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B9195734-6EC2-DF80-5736-695FBF89DDD5}"/>
                  </a:ext>
                </a:extLst>
              </p14:cNvPr>
              <p14:cNvContentPartPr/>
              <p14:nvPr/>
            </p14:nvContentPartPr>
            <p14:xfrm>
              <a:off x="2713243" y="2247008"/>
              <a:ext cx="5518440" cy="77220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B9195734-6EC2-DF80-5736-695FBF89DDD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77243" y="2211368"/>
                <a:ext cx="5590080" cy="84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44844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3E3516-9CBD-31B4-B8D4-11C6992B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/>
              <a:t>Segunda forma: acarreo terrestre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Jugador de futbol americano&#10;&#10;El contenido generado por IA puede ser incorrecto.">
            <a:extLst>
              <a:ext uri="{FF2B5EF4-FFF2-40B4-BE49-F238E27FC236}">
                <a16:creationId xmlns:a16="http://schemas.microsoft.com/office/drawing/2014/main" id="{076DF743-44DA-23BE-A643-8B2C307E8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6286" y="2642616"/>
            <a:ext cx="5401923" cy="3605784"/>
          </a:xfrm>
          <a:prstGeom prst="rect">
            <a:avLst/>
          </a:prstGeom>
        </p:spPr>
      </p:pic>
      <p:pic>
        <p:nvPicPr>
          <p:cNvPr id="7" name="Imagen 6" descr="Un jugador de fútbol americano&#10;&#10;El contenido generado por IA puede ser incorrecto.">
            <a:extLst>
              <a:ext uri="{FF2B5EF4-FFF2-40B4-BE49-F238E27FC236}">
                <a16:creationId xmlns:a16="http://schemas.microsoft.com/office/drawing/2014/main" id="{6E7218D8-3266-EE9C-18BB-0C4A84EE2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254496" y="2866453"/>
            <a:ext cx="5614416" cy="315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080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E98BC7-856F-2AB3-60E1-F437C023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Imaginemos que hacemos muchos 1eros y 10</a:t>
            </a:r>
            <a:b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¿Qué pasa?</a:t>
            </a:r>
          </a:p>
        </p:txBody>
      </p:sp>
      <p:pic>
        <p:nvPicPr>
          <p:cNvPr id="4" name="Marcador de contenido 4" descr="Un conjunto de letras blancas en un fondo blanco&#10;&#10;El contenido generado por IA puede ser incorrecto.">
            <a:extLst>
              <a:ext uri="{FF2B5EF4-FFF2-40B4-BE49-F238E27FC236}">
                <a16:creationId xmlns:a16="http://schemas.microsoft.com/office/drawing/2014/main" id="{1540229F-B5C2-86D1-D228-953EAD7DE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70527" y="1675227"/>
            <a:ext cx="9250946" cy="43941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7C3A80D-502F-C870-DCDA-82A7F70E844E}"/>
                  </a:ext>
                </a:extLst>
              </p14:cNvPr>
              <p14:cNvContentPartPr/>
              <p14:nvPr/>
            </p14:nvContentPartPr>
            <p14:xfrm>
              <a:off x="3957403" y="5831528"/>
              <a:ext cx="687240" cy="12132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7C3A80D-502F-C870-DCDA-82A7F70E84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21403" y="5795528"/>
                <a:ext cx="758880" cy="19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upo 17">
            <a:extLst>
              <a:ext uri="{FF2B5EF4-FFF2-40B4-BE49-F238E27FC236}">
                <a16:creationId xmlns:a16="http://schemas.microsoft.com/office/drawing/2014/main" id="{50E0F03C-C021-80FF-3A26-AB711BD00157}"/>
              </a:ext>
            </a:extLst>
          </p:cNvPr>
          <p:cNvGrpSpPr/>
          <p:nvPr/>
        </p:nvGrpSpPr>
        <p:grpSpPr>
          <a:xfrm>
            <a:off x="4661563" y="5831168"/>
            <a:ext cx="5122800" cy="258120"/>
            <a:chOff x="4661563" y="5831168"/>
            <a:chExt cx="512280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8FAF7926-C817-4456-E492-654D18384042}"/>
                    </a:ext>
                  </a:extLst>
                </p14:cNvPr>
                <p14:cNvContentPartPr/>
                <p14:nvPr/>
              </p14:nvContentPartPr>
              <p14:xfrm>
                <a:off x="4661563" y="5831168"/>
                <a:ext cx="651960" cy="13644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8FAF7926-C817-4456-E492-654D183840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25563" y="5795168"/>
                  <a:ext cx="723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6390265F-35D9-DB0B-EDEE-3EF71381F6EC}"/>
                    </a:ext>
                  </a:extLst>
                </p14:cNvPr>
                <p14:cNvContentPartPr/>
                <p14:nvPr/>
              </p14:nvContentPartPr>
              <p14:xfrm>
                <a:off x="5336203" y="5875808"/>
                <a:ext cx="694080" cy="12132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6390265F-35D9-DB0B-EDEE-3EF71381F6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00563" y="5840168"/>
                  <a:ext cx="7657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E5EE5AA4-F3C5-E52B-34D0-292EBF55BF5E}"/>
                    </a:ext>
                  </a:extLst>
                </p14:cNvPr>
                <p14:cNvContentPartPr/>
                <p14:nvPr/>
              </p14:nvContentPartPr>
              <p14:xfrm>
                <a:off x="6070243" y="5845928"/>
                <a:ext cx="706680" cy="15192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E5EE5AA4-F3C5-E52B-34D0-292EBF55BF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34243" y="5809928"/>
                  <a:ext cx="7783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F5EA8ACE-DA15-2FA2-588F-CA1CAB3403D4}"/>
                    </a:ext>
                  </a:extLst>
                </p14:cNvPr>
                <p14:cNvContentPartPr/>
                <p14:nvPr/>
              </p14:nvContentPartPr>
              <p14:xfrm>
                <a:off x="6790603" y="5878688"/>
                <a:ext cx="705600" cy="21060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F5EA8ACE-DA15-2FA2-588F-CA1CAB3403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54963" y="5843048"/>
                  <a:ext cx="777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A0A76DB2-9863-90BB-0C19-A04A6D74728A}"/>
                    </a:ext>
                  </a:extLst>
                </p14:cNvPr>
                <p14:cNvContentPartPr/>
                <p14:nvPr/>
              </p14:nvContentPartPr>
              <p14:xfrm>
                <a:off x="7494763" y="5899928"/>
                <a:ext cx="669240" cy="17424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A0A76DB2-9863-90BB-0C19-A04A6D74728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59123" y="5863928"/>
                  <a:ext cx="7408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EA70D437-D63A-C4DF-78F4-88F359DD924C}"/>
                    </a:ext>
                  </a:extLst>
                </p14:cNvPr>
                <p14:cNvContentPartPr/>
                <p14:nvPr/>
              </p14:nvContentPartPr>
              <p14:xfrm>
                <a:off x="8169763" y="5915048"/>
                <a:ext cx="684000" cy="15624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EA70D437-D63A-C4DF-78F4-88F359DD92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33763" y="5879048"/>
                  <a:ext cx="7556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D338917B-AD49-C34C-37C7-61A66DC708F3}"/>
                    </a:ext>
                  </a:extLst>
                </p14:cNvPr>
                <p14:cNvContentPartPr/>
                <p14:nvPr/>
              </p14:nvContentPartPr>
              <p14:xfrm>
                <a:off x="8873923" y="5921168"/>
                <a:ext cx="799920" cy="13572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D338917B-AD49-C34C-37C7-61A66DC708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37923" y="5885528"/>
                  <a:ext cx="8715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0072DC11-1C01-9A33-AC7D-D10E4CC115A8}"/>
                    </a:ext>
                  </a:extLst>
                </p14:cNvPr>
                <p14:cNvContentPartPr/>
                <p14:nvPr/>
              </p14:nvContentPartPr>
              <p14:xfrm>
                <a:off x="9563323" y="5904608"/>
                <a:ext cx="221040" cy="10368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0072DC11-1C01-9A33-AC7D-D10E4CC115A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27683" y="5868968"/>
                  <a:ext cx="292680" cy="175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8703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57575E-9DEF-3F10-8870-3A861501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/>
              <a:t>El resultado es un TOUCHDOWN!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B5D19E-5115-4F98-119D-BCE8A312B76B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El touchdown </a:t>
            </a:r>
            <a:r>
              <a:rPr lang="en-US" sz="2200" dirty="0" err="1"/>
              <a:t>suma</a:t>
            </a:r>
            <a:r>
              <a:rPr lang="en-US" sz="2200" dirty="0"/>
              <a:t> 6 puntos al </a:t>
            </a:r>
            <a:r>
              <a:rPr lang="en-US" sz="2200" dirty="0" err="1"/>
              <a:t>equipo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 </a:t>
            </a:r>
            <a:r>
              <a:rPr lang="en-US" sz="2200" dirty="0" err="1"/>
              <a:t>anotó</a:t>
            </a:r>
            <a:r>
              <a:rPr lang="en-US" sz="22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Después</a:t>
            </a:r>
            <a:r>
              <a:rPr lang="en-US" sz="2200" dirty="0"/>
              <a:t> de </a:t>
            </a:r>
            <a:r>
              <a:rPr lang="en-US" sz="2200" dirty="0" err="1"/>
              <a:t>eso</a:t>
            </a:r>
            <a:r>
              <a:rPr lang="en-US" sz="2200" dirty="0"/>
              <a:t>, </a:t>
            </a:r>
            <a:r>
              <a:rPr lang="en-US" sz="2200" dirty="0" err="1"/>
              <a:t>tienen</a:t>
            </a:r>
            <a:r>
              <a:rPr lang="en-US" sz="2200" dirty="0"/>
              <a:t> </a:t>
            </a:r>
            <a:r>
              <a:rPr lang="en-US" sz="2200" dirty="0" err="1"/>
              <a:t>oportunidad</a:t>
            </a:r>
            <a:r>
              <a:rPr lang="en-US" sz="2200" dirty="0"/>
              <a:t> de </a:t>
            </a:r>
            <a:r>
              <a:rPr lang="en-US" sz="2200" dirty="0" err="1"/>
              <a:t>patear</a:t>
            </a:r>
            <a:r>
              <a:rPr lang="en-US" sz="2200" dirty="0"/>
              <a:t> un punto extra (+1) o </a:t>
            </a:r>
            <a:r>
              <a:rPr lang="en-US" sz="2200" dirty="0" err="1"/>
              <a:t>intentar</a:t>
            </a:r>
            <a:r>
              <a:rPr lang="en-US" sz="2200" dirty="0"/>
              <a:t> </a:t>
            </a:r>
            <a:r>
              <a:rPr lang="en-US" sz="2200" dirty="0" err="1"/>
              <a:t>una</a:t>
            </a:r>
            <a:r>
              <a:rPr lang="en-US" sz="2200" dirty="0"/>
              <a:t> </a:t>
            </a:r>
            <a:r>
              <a:rPr lang="en-US" sz="2200" dirty="0" err="1"/>
              <a:t>conversión</a:t>
            </a:r>
            <a:r>
              <a:rPr lang="en-US" sz="2200" dirty="0"/>
              <a:t> de 2 puntos (+2)</a:t>
            </a:r>
          </a:p>
        </p:txBody>
      </p:sp>
      <p:pic>
        <p:nvPicPr>
          <p:cNvPr id="6" name="Marcador de contenido 5" descr="Un jugador de fútbol corriendo en una pista&#10;&#10;El contenido generado por IA puede ser incorrecto.">
            <a:extLst>
              <a:ext uri="{FF2B5EF4-FFF2-40B4-BE49-F238E27FC236}">
                <a16:creationId xmlns:a16="http://schemas.microsoft.com/office/drawing/2014/main" id="{AA4CFA5F-18EE-EEA0-DCBC-5A1EEAED5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734" r="25565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3173868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318F0D-7AFD-80FB-BCAF-7DD4C153A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¿Y si no logramos hacer un nuevo 1ero y 10?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 descr="Un jugador de fútbol con espectadores">
            <a:extLst>
              <a:ext uri="{FF2B5EF4-FFF2-40B4-BE49-F238E27FC236}">
                <a16:creationId xmlns:a16="http://schemas.microsoft.com/office/drawing/2014/main" id="{35EDB417-1BC9-F8CE-2119-FF3CAA1F7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774" r="18049"/>
          <a:stretch>
            <a:fillRect/>
          </a:stretch>
        </p:blipFill>
        <p:spPr>
          <a:xfrm>
            <a:off x="1069736" y="2642616"/>
            <a:ext cx="4115023" cy="3605784"/>
          </a:xfrm>
          <a:prstGeom prst="rect">
            <a:avLst/>
          </a:prstGeom>
        </p:spPr>
      </p:pic>
      <p:pic>
        <p:nvPicPr>
          <p:cNvPr id="5" name="Marcador de contenido 4" descr="Un jugador de fútbol pateando una pelota&#10;&#10;El contenido generado por IA puede ser incorrecto.">
            <a:extLst>
              <a:ext uri="{FF2B5EF4-FFF2-40B4-BE49-F238E27FC236}">
                <a16:creationId xmlns:a16="http://schemas.microsoft.com/office/drawing/2014/main" id="{20BFA113-5812-1042-41AF-528D2D6FD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360742" y="2642616"/>
            <a:ext cx="5401923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360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Un estadio de fútbol&#10;&#10;El contenido generado por IA puede ser incorrecto.">
            <a:extLst>
              <a:ext uri="{FF2B5EF4-FFF2-40B4-BE49-F238E27FC236}">
                <a16:creationId xmlns:a16="http://schemas.microsoft.com/office/drawing/2014/main" id="{A52C7A42-F5B0-E8D8-9BB9-7A122A7BF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118" r="3118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F0E9F7-7CE8-2645-00AF-04E5D3142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s-MX" sz="4000"/>
              <a:t>Ya tenemos las bases, ¿qué investigué?</a:t>
            </a:r>
            <a:endParaRPr lang="en-U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F12FB2-72D0-307A-D2A7-706BBB4D7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lvl="0"/>
            <a:r>
              <a:rPr lang="es-MX" sz="1900" dirty="0"/>
              <a:t>Relación entre las yardas promedio de un equipo con la cantidad de victorias.</a:t>
            </a:r>
            <a:endParaRPr lang="en-US" sz="1900" dirty="0"/>
          </a:p>
          <a:p>
            <a:pPr lvl="0"/>
            <a:r>
              <a:rPr lang="es-MX" sz="1900" dirty="0"/>
              <a:t>Relación entre la ratio de </a:t>
            </a:r>
            <a:r>
              <a:rPr lang="es-MX" sz="1900" dirty="0" err="1"/>
              <a:t>turnovers</a:t>
            </a:r>
            <a:r>
              <a:rPr lang="es-MX" sz="1900" dirty="0"/>
              <a:t> de un equipo con la cantidad de victorias.</a:t>
            </a:r>
            <a:endParaRPr lang="en-US" sz="1900" dirty="0"/>
          </a:p>
          <a:p>
            <a:pPr lvl="0"/>
            <a:r>
              <a:rPr lang="es-MX" sz="1900" dirty="0"/>
              <a:t>Relación entre la eficiencia de pase vs la de acarreos de un equipo y la cantidad de victorias.</a:t>
            </a:r>
            <a:endParaRPr lang="en-US" sz="1900" dirty="0"/>
          </a:p>
          <a:p>
            <a:pPr lvl="0"/>
            <a:r>
              <a:rPr lang="es-MX" sz="1900" dirty="0"/>
              <a:t>Relación entre la condición de local o visitante y la cantidad de victorias.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521937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664CD4-7E31-CF51-4103-B464A36B8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MX" sz="5400"/>
              <a:t>Hipótesis </a:t>
            </a:r>
            <a:r>
              <a:rPr lang="es-MX" sz="5400" dirty="0"/>
              <a:t>rápida:</a:t>
            </a:r>
            <a:endParaRPr lang="en-US" sz="54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96C1B7-8B10-0B92-004D-2BA1212FB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lvl="0"/>
            <a:r>
              <a:rPr lang="es-CR" sz="2000" dirty="0"/>
              <a:t>Los equipos con mayor cantidad de yardas totales tendrán mayores porcentajes de victoria</a:t>
            </a:r>
            <a:endParaRPr lang="en-US" sz="2000" dirty="0"/>
          </a:p>
          <a:p>
            <a:pPr lvl="0"/>
            <a:r>
              <a:rPr lang="es-CR" sz="2000" dirty="0"/>
              <a:t>El </a:t>
            </a:r>
            <a:r>
              <a:rPr lang="es-CR" sz="2000" dirty="0" err="1"/>
              <a:t>turnover</a:t>
            </a:r>
            <a:r>
              <a:rPr lang="es-CR" sz="2000" dirty="0"/>
              <a:t> ratio será un predictor tan fuerte como las yardas totales</a:t>
            </a:r>
            <a:endParaRPr lang="en-US" sz="2000" dirty="0"/>
          </a:p>
          <a:p>
            <a:pPr lvl="0"/>
            <a:r>
              <a:rPr lang="es-CR" sz="2000" dirty="0"/>
              <a:t>La eficiencia en pase se relaciona más con victorias que la eficiencia en carrera</a:t>
            </a:r>
            <a:endParaRPr lang="en-US" sz="2000" dirty="0"/>
          </a:p>
          <a:p>
            <a:pPr lvl="0"/>
            <a:r>
              <a:rPr lang="es-CR" sz="2000" dirty="0"/>
              <a:t>Existe una ventaja al jugar como local versus visitante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Imagen 4" descr="Un grupo de hombres jugando fútbol&#10;&#10;El contenido generado por IA puede ser incorrecto.">
            <a:extLst>
              <a:ext uri="{FF2B5EF4-FFF2-40B4-BE49-F238E27FC236}">
                <a16:creationId xmlns:a16="http://schemas.microsoft.com/office/drawing/2014/main" id="{1AB44CA5-309E-E310-F031-2944E497A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7789" r="2579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82465070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Un campo de césped&#10;&#10;El contenido generado por IA puede ser incorrecto.">
            <a:extLst>
              <a:ext uri="{FF2B5EF4-FFF2-40B4-BE49-F238E27FC236}">
                <a16:creationId xmlns:a16="http://schemas.microsoft.com/office/drawing/2014/main" id="{56FAED47-B8D6-9D34-0D4D-C2033BF32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709" r="-1" b="-1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4C80963-ED29-0078-1087-B6C8E3AB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100">
                <a:solidFill>
                  <a:schemeClr val="bg1"/>
                </a:solidFill>
              </a:rPr>
              <a:t>1) Relación entre las yardas promedio de un equipo con la cantidad de victorias.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09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AC0F602F-28C4-36B8-4C91-B760378FF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98" y="0"/>
            <a:ext cx="11272603" cy="6862277"/>
          </a:xfrm>
        </p:spPr>
      </p:pic>
    </p:spTree>
    <p:extLst>
      <p:ext uri="{BB962C8B-B14F-4D97-AF65-F5344CB8AC3E}">
        <p14:creationId xmlns:p14="http://schemas.microsoft.com/office/powerpoint/2010/main" val="267794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F03B08-2350-260E-4BDA-3DE08BB3B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s-MX" sz="3000"/>
              <a:t>2) Relación entre la ratio de turnovers de un equipo con la cantidad de victorias.</a:t>
            </a:r>
            <a:endParaRPr lang="en-US" sz="3000"/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6A8ACD-5838-9C0D-D9A3-83998E43A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2200" dirty="0"/>
              <a:t>¿Qué es un </a:t>
            </a:r>
            <a:r>
              <a:rPr lang="es-MX" sz="2200" dirty="0" err="1"/>
              <a:t>turnover</a:t>
            </a:r>
            <a:r>
              <a:rPr lang="es-MX" sz="2200" dirty="0"/>
              <a:t>?</a:t>
            </a:r>
          </a:p>
          <a:p>
            <a:pPr marL="0" indent="0">
              <a:buNone/>
            </a:pPr>
            <a:r>
              <a:rPr lang="es-MX" sz="2200" dirty="0"/>
              <a:t>Generados por la defensiva de un equipo:</a:t>
            </a:r>
          </a:p>
          <a:p>
            <a:r>
              <a:rPr lang="es-MX" sz="2200" dirty="0"/>
              <a:t>Intercepción</a:t>
            </a:r>
          </a:p>
          <a:p>
            <a:r>
              <a:rPr lang="es-MX" sz="2200" dirty="0" err="1"/>
              <a:t>Fumble</a:t>
            </a:r>
            <a:endParaRPr lang="en-US" sz="2200" dirty="0"/>
          </a:p>
        </p:txBody>
      </p:sp>
      <p:pic>
        <p:nvPicPr>
          <p:cNvPr id="5" name="Imagen 4" descr="Un grupo de personas junto a un jugador de fútbol americano&#10;&#10;El contenido generado por IA puede ser incorrecto.">
            <a:extLst>
              <a:ext uri="{FF2B5EF4-FFF2-40B4-BE49-F238E27FC236}">
                <a16:creationId xmlns:a16="http://schemas.microsoft.com/office/drawing/2014/main" id="{8C37BE4C-30C5-2A93-757A-6BB005000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70609" y="2590785"/>
            <a:ext cx="4709038" cy="3678936"/>
          </a:xfrm>
          <a:prstGeom prst="rect">
            <a:avLst/>
          </a:prstGeom>
        </p:spPr>
      </p:pic>
      <p:pic>
        <p:nvPicPr>
          <p:cNvPr id="8" name="Imagen 7" descr="Un jugador de fútbol con espectadores&#10;&#10;El contenido generado por IA puede ser incorrecto.">
            <a:extLst>
              <a:ext uri="{FF2B5EF4-FFF2-40B4-BE49-F238E27FC236}">
                <a16:creationId xmlns:a16="http://schemas.microsoft.com/office/drawing/2014/main" id="{D8843D09-68C1-10A3-2685-E0A3205BA1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01249" y="2590785"/>
            <a:ext cx="5468112" cy="363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05070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6ED72FBA-7A09-DCD1-B11B-C7AEB44BD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65" y="0"/>
            <a:ext cx="11622669" cy="6858000"/>
          </a:xfrm>
        </p:spPr>
      </p:pic>
    </p:spTree>
    <p:extLst>
      <p:ext uri="{BB962C8B-B14F-4D97-AF65-F5344CB8AC3E}">
        <p14:creationId xmlns:p14="http://schemas.microsoft.com/office/powerpoint/2010/main" val="335216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Imagen que contiene pasto, persona, competencia de atletismo, deporte&#10;&#10;El contenido generado por IA puede ser incorrecto.">
            <a:extLst>
              <a:ext uri="{FF2B5EF4-FFF2-40B4-BE49-F238E27FC236}">
                <a16:creationId xmlns:a16="http://schemas.microsoft.com/office/drawing/2014/main" id="{CC439B89-D86C-37E8-756D-F45330CCC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1778" b="8223"/>
          <a:stretch>
            <a:fillRect/>
          </a:stretch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EB36E6-E2E3-0BF8-0C17-E4E702615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/>
              <a:t>3) Relación entre la eficiencia de pase vs la de acarreos de un equipo y la cantidad de victorias.</a:t>
            </a:r>
          </a:p>
        </p:txBody>
      </p:sp>
    </p:spTree>
    <p:extLst>
      <p:ext uri="{BB962C8B-B14F-4D97-AF65-F5344CB8AC3E}">
        <p14:creationId xmlns:p14="http://schemas.microsoft.com/office/powerpoint/2010/main" val="392912371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D8512C7A-25EB-AAD6-05F4-88C7AAB41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40" y="0"/>
            <a:ext cx="11372719" cy="6858000"/>
          </a:xfrm>
        </p:spPr>
      </p:pic>
    </p:spTree>
    <p:extLst>
      <p:ext uri="{BB962C8B-B14F-4D97-AF65-F5344CB8AC3E}">
        <p14:creationId xmlns:p14="http://schemas.microsoft.com/office/powerpoint/2010/main" val="148330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0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FA481F-58DF-1FBE-BC5D-AF3DEE36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10" y="127805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Gráfico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complementario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n 3" descr="Gráfico, Gráfico de dispersión">
            <a:extLst>
              <a:ext uri="{FF2B5EF4-FFF2-40B4-BE49-F238E27FC236}">
                <a16:creationId xmlns:a16="http://schemas.microsoft.com/office/drawing/2014/main" id="{6BBD35F7-68AC-3AD7-3BE9-27CB1C379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609" y="876764"/>
            <a:ext cx="9565358" cy="5978348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66780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8B402-0906-0E93-99E1-D776E8A0D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6257"/>
            <a:ext cx="6926703" cy="80416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/>
              <a:t>4) Relación entre la condición de local o visitante y la cantidad de victorias.</a:t>
            </a:r>
          </a:p>
        </p:txBody>
      </p:sp>
      <p:pic>
        <p:nvPicPr>
          <p:cNvPr id="16" name="Marcador de contenido 15" descr="Un tren pasando en vías al lado de un estadio&#10;&#10;El contenido generado por IA puede ser incorrecto.">
            <a:extLst>
              <a:ext uri="{FF2B5EF4-FFF2-40B4-BE49-F238E27FC236}">
                <a16:creationId xmlns:a16="http://schemas.microsoft.com/office/drawing/2014/main" id="{53D731B0-6AF2-6C17-6FAD-1E852BB7A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3858" b="8210"/>
          <a:stretch>
            <a:fillRect/>
          </a:stretch>
        </p:blipFill>
        <p:spPr>
          <a:xfrm>
            <a:off x="20" y="10"/>
            <a:ext cx="12191980" cy="5279933"/>
          </a:xfrm>
          <a:prstGeom prst="rect">
            <a:avLst/>
          </a:prstGeom>
        </p:spPr>
      </p:pic>
      <p:grpSp>
        <p:nvGrpSpPr>
          <p:cNvPr id="39" name="Group 25">
            <a:extLst>
              <a:ext uri="{FF2B5EF4-FFF2-40B4-BE49-F238E27FC236}">
                <a16:creationId xmlns:a16="http://schemas.microsoft.com/office/drawing/2014/main" id="{0E76F6F3-F5F0-B26D-1B63-73AD0299B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5193518"/>
            <a:ext cx="12207200" cy="123363"/>
            <a:chOff x="-5025" y="6737718"/>
            <a:chExt cx="12207200" cy="123363"/>
          </a:xfrm>
        </p:grpSpPr>
        <p:sp>
          <p:nvSpPr>
            <p:cNvPr id="40" name="Rectangle 26">
              <a:extLst>
                <a:ext uri="{FF2B5EF4-FFF2-40B4-BE49-F238E27FC236}">
                  <a16:creationId xmlns:a16="http://schemas.microsoft.com/office/drawing/2014/main" id="{ABC84BA2-BCC1-89D4-5592-8B2364E6B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39C4FA24-7C12-A16B-31C2-89175017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364778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239B51D1-4F2E-6FE4-0220-27880F61E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52" y="0"/>
            <a:ext cx="11008895" cy="6858000"/>
          </a:xfrm>
        </p:spPr>
      </p:pic>
    </p:spTree>
    <p:extLst>
      <p:ext uri="{BB962C8B-B14F-4D97-AF65-F5344CB8AC3E}">
        <p14:creationId xmlns:p14="http://schemas.microsoft.com/office/powerpoint/2010/main" val="397462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5C9D85F1-6620-8629-7606-601C0AF719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FBA54FC-3E07-A628-B32D-FBDB3581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MX">
                <a:solidFill>
                  <a:srgbClr val="FFFFFF"/>
                </a:solidFill>
              </a:rPr>
              <a:t>Resultados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45C8F-76CC-789B-4B20-5E8FB0611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s-MX" dirty="0">
                <a:solidFill>
                  <a:srgbClr val="FFFFFF"/>
                </a:solidFill>
              </a:rPr>
              <a:t>De las 4 ideas, la cantidad de yardas por partido es el factor que más se relaciona con la victoria en un equipo.</a:t>
            </a:r>
          </a:p>
          <a:p>
            <a:r>
              <a:rPr lang="es-MX" dirty="0">
                <a:solidFill>
                  <a:srgbClr val="FFFFFF"/>
                </a:solidFill>
              </a:rPr>
              <a:t>El </a:t>
            </a:r>
            <a:r>
              <a:rPr lang="es-MX" dirty="0" err="1">
                <a:solidFill>
                  <a:srgbClr val="FFFFFF"/>
                </a:solidFill>
              </a:rPr>
              <a:t>turnover</a:t>
            </a:r>
            <a:r>
              <a:rPr lang="es-MX" dirty="0">
                <a:solidFill>
                  <a:srgbClr val="FFFFFF"/>
                </a:solidFill>
              </a:rPr>
              <a:t> ratio no fue tan dominante como lo esperado.</a:t>
            </a:r>
          </a:p>
          <a:p>
            <a:r>
              <a:rPr lang="es-MX" dirty="0">
                <a:solidFill>
                  <a:srgbClr val="FFFFFF"/>
                </a:solidFill>
              </a:rPr>
              <a:t>A pesar de esto, se pueden observar relaciones con ideas como la ventaja al jugar de local y que la efectividad gana partidos.</a:t>
            </a:r>
          </a:p>
          <a:p>
            <a:r>
              <a:rPr lang="en-US" dirty="0">
                <a:solidFill>
                  <a:srgbClr val="FFFFFF"/>
                </a:solidFill>
              </a:rPr>
              <a:t>Baltimore (BAL) es </a:t>
            </a:r>
            <a:r>
              <a:rPr lang="en-US" dirty="0" err="1">
                <a:solidFill>
                  <a:srgbClr val="FFFFFF"/>
                </a:solidFill>
              </a:rPr>
              <a:t>el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equipo</a:t>
            </a:r>
            <a:r>
              <a:rPr lang="en-US" dirty="0">
                <a:solidFill>
                  <a:srgbClr val="FFFFFF"/>
                </a:solidFill>
              </a:rPr>
              <a:t> con </a:t>
            </a:r>
            <a:r>
              <a:rPr lang="en-US" dirty="0" err="1">
                <a:solidFill>
                  <a:srgbClr val="FFFFFF"/>
                </a:solidFill>
              </a:rPr>
              <a:t>mejores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estadísticas</a:t>
            </a:r>
            <a:r>
              <a:rPr lang="en-US" dirty="0">
                <a:solidFill>
                  <a:srgbClr val="FFFFFF"/>
                </a:solidFill>
              </a:rPr>
              <a:t>, lo </a:t>
            </a:r>
            <a:r>
              <a:rPr lang="en-US" dirty="0" err="1">
                <a:solidFill>
                  <a:srgbClr val="FFFFFF"/>
                </a:solidFill>
              </a:rPr>
              <a:t>cual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refleja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su</a:t>
            </a:r>
            <a:r>
              <a:rPr lang="en-US" dirty="0">
                <a:solidFill>
                  <a:srgbClr val="FFFFFF"/>
                </a:solidFill>
              </a:rPr>
              <a:t> % de </a:t>
            </a:r>
            <a:r>
              <a:rPr lang="en-US" dirty="0" err="1">
                <a:solidFill>
                  <a:srgbClr val="FFFFFF"/>
                </a:solidFill>
              </a:rPr>
              <a:t>victorias</a:t>
            </a:r>
            <a:r>
              <a:rPr lang="en-US" dirty="0">
                <a:solidFill>
                  <a:srgbClr val="FFFFFF"/>
                </a:solidFill>
              </a:rPr>
              <a:t>. Lo </a:t>
            </a:r>
            <a:r>
              <a:rPr lang="en-US" dirty="0" err="1">
                <a:solidFill>
                  <a:srgbClr val="FFFFFF"/>
                </a:solidFill>
              </a:rPr>
              <a:t>contrario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pasa</a:t>
            </a:r>
            <a:r>
              <a:rPr lang="en-US" dirty="0">
                <a:solidFill>
                  <a:srgbClr val="FFFFFF"/>
                </a:solidFill>
              </a:rPr>
              <a:t> con Carolina (CAR).</a:t>
            </a:r>
          </a:p>
          <a:p>
            <a:r>
              <a:rPr lang="es-419" dirty="0">
                <a:solidFill>
                  <a:srgbClr val="FFFFFF"/>
                </a:solidFill>
              </a:rPr>
              <a:t>Los factores estudiados explican tendencias, pero el fútbol americano sigue siendo impredecible - las estadísticas guían, pero no determinan el resultado final.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32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comb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9C13A6-AB79-884F-1F33-823EC8094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¡Muchas gracias!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Marcador de contenido 9" descr="Flor de color morado&#10;&#10;El contenido generado por IA puede ser incorrecto.">
            <a:extLst>
              <a:ext uri="{FF2B5EF4-FFF2-40B4-BE49-F238E27FC236}">
                <a16:creationId xmlns:a16="http://schemas.microsoft.com/office/drawing/2014/main" id="{56A1FEC8-3C97-CF93-8B48-2B98276C3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654296" y="1187771"/>
            <a:ext cx="7214616" cy="445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80705"/>
      </p:ext>
    </p:extLst>
  </p:cSld>
  <p:clrMapOvr>
    <a:masterClrMapping/>
  </p:clrMapOvr>
  <p:transition>
    <p:cover dir="d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505</Words>
  <Application>Microsoft Office PowerPoint</Application>
  <PresentationFormat>Panorámica</PresentationFormat>
  <Paragraphs>49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Tema de Office</vt:lpstr>
      <vt:lpstr>Factores Determinantes en el Porcentaje de Victorias en la NFL: Temporada 2023</vt:lpstr>
      <vt:lpstr>Antes que nada, ¿cómo se juega al fútbol americano?</vt:lpstr>
      <vt:lpstr>¿Cuál es la meta?</vt:lpstr>
      <vt:lpstr>¿Cuál es la meta?</vt:lpstr>
      <vt:lpstr>¿Cómo logro el 1ero y 10?</vt:lpstr>
      <vt:lpstr>Primera forma: jugada de pase</vt:lpstr>
      <vt:lpstr>Segunda forma: acarreo terrestre</vt:lpstr>
      <vt:lpstr>Imaginemos que hacemos muchos 1eros y 10 ¿Qué pasa?</vt:lpstr>
      <vt:lpstr>El resultado es un TOUCHDOWN!</vt:lpstr>
      <vt:lpstr>¿Y si no logramos hacer un nuevo 1ero y 10?</vt:lpstr>
      <vt:lpstr>Ya tenemos las bases, ¿qué investigué?</vt:lpstr>
      <vt:lpstr>Hipótesis rápida:</vt:lpstr>
      <vt:lpstr>1) Relación entre las yardas promedio de un equipo con la cantidad de victorias.</vt:lpstr>
      <vt:lpstr>Presentación de PowerPoint</vt:lpstr>
      <vt:lpstr>2) Relación entre la ratio de turnovers de un equipo con la cantidad de victorias.</vt:lpstr>
      <vt:lpstr>Presentación de PowerPoint</vt:lpstr>
      <vt:lpstr>3) Relación entre la eficiencia de pase vs la de acarreos de un equipo y la cantidad de victorias.</vt:lpstr>
      <vt:lpstr>Presentación de PowerPoint</vt:lpstr>
      <vt:lpstr>Gráfico complementario</vt:lpstr>
      <vt:lpstr>4) Relación entre la condición de local o visitante y la cantidad de victorias.</vt:lpstr>
      <vt:lpstr>Presentación de PowerPoint</vt:lpstr>
      <vt:lpstr>Resultados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Cascante Espinoza</dc:creator>
  <cp:lastModifiedBy>Daniel Cascante Espinoza</cp:lastModifiedBy>
  <cp:revision>1</cp:revision>
  <dcterms:created xsi:type="dcterms:W3CDTF">2025-11-10T04:28:27Z</dcterms:created>
  <dcterms:modified xsi:type="dcterms:W3CDTF">2025-11-13T00:15:54Z</dcterms:modified>
</cp:coreProperties>
</file>